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95" r:id="rId32"/>
    <p:sldId id="296" r:id="rId33"/>
    <p:sldId id="297" r:id="rId34"/>
    <p:sldId id="285" r:id="rId3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0979" autoAdjust="0"/>
    <p:restoredTop sz="94660"/>
  </p:normalViewPr>
  <p:slideViewPr>
    <p:cSldViewPr>
      <p:cViewPr varScale="1">
        <p:scale>
          <a:sx n="91" d="100"/>
          <a:sy n="91" d="100"/>
        </p:scale>
        <p:origin x="-1596" y="-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76752-DB0D-4289-A097-3F47FC78D124}" type="datetimeFigureOut">
              <a:rPr lang="en-US" smtClean="0"/>
              <a:pPr/>
              <a:t>4/20/2023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A2DB5-5B5C-455C-AAF3-7D7052B8AB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3" name="Google Shape;15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1" name="Google Shape;19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" name="Google Shape;19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8" name="Google Shape;20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696464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696464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696464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1_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69755"/>
            <a:ext cx="9013825" cy="6693534"/>
          </a:xfrm>
          <a:custGeom>
            <a:avLst/>
            <a:gdLst/>
            <a:ahLst/>
            <a:cxnLst/>
            <a:rect l="l" t="t" r="r" b="b"/>
            <a:pathLst>
              <a:path w="9013825" h="6693534">
                <a:moveTo>
                  <a:pt x="0" y="329917"/>
                </a:moveTo>
                <a:lnTo>
                  <a:pt x="3577" y="281165"/>
                </a:lnTo>
                <a:lnTo>
                  <a:pt x="13968" y="234633"/>
                </a:lnTo>
                <a:lnTo>
                  <a:pt x="30663" y="190832"/>
                </a:lnTo>
                <a:lnTo>
                  <a:pt x="53151" y="150274"/>
                </a:lnTo>
                <a:lnTo>
                  <a:pt x="80923" y="113467"/>
                </a:lnTo>
                <a:lnTo>
                  <a:pt x="113467" y="80923"/>
                </a:lnTo>
                <a:lnTo>
                  <a:pt x="150274" y="53151"/>
                </a:lnTo>
                <a:lnTo>
                  <a:pt x="190832" y="30663"/>
                </a:lnTo>
                <a:lnTo>
                  <a:pt x="234633" y="13968"/>
                </a:lnTo>
                <a:lnTo>
                  <a:pt x="281165" y="3577"/>
                </a:lnTo>
                <a:lnTo>
                  <a:pt x="329917" y="0"/>
                </a:lnTo>
                <a:lnTo>
                  <a:pt x="8683451" y="0"/>
                </a:lnTo>
                <a:lnTo>
                  <a:pt x="8732204" y="3577"/>
                </a:lnTo>
                <a:lnTo>
                  <a:pt x="8778736" y="13968"/>
                </a:lnTo>
                <a:lnTo>
                  <a:pt x="8822536" y="30663"/>
                </a:lnTo>
                <a:lnTo>
                  <a:pt x="8863095" y="53151"/>
                </a:lnTo>
                <a:lnTo>
                  <a:pt x="8899902" y="80923"/>
                </a:lnTo>
                <a:lnTo>
                  <a:pt x="8932446" y="113467"/>
                </a:lnTo>
                <a:lnTo>
                  <a:pt x="8960217" y="150274"/>
                </a:lnTo>
                <a:lnTo>
                  <a:pt x="8982706" y="190832"/>
                </a:lnTo>
                <a:lnTo>
                  <a:pt x="8999401" y="234633"/>
                </a:lnTo>
                <a:lnTo>
                  <a:pt x="9009792" y="281165"/>
                </a:lnTo>
                <a:lnTo>
                  <a:pt x="9013369" y="329917"/>
                </a:lnTo>
                <a:lnTo>
                  <a:pt x="9013369" y="6363488"/>
                </a:lnTo>
                <a:lnTo>
                  <a:pt x="9009792" y="6412241"/>
                </a:lnTo>
                <a:lnTo>
                  <a:pt x="8999401" y="6458772"/>
                </a:lnTo>
                <a:lnTo>
                  <a:pt x="8982706" y="6502573"/>
                </a:lnTo>
                <a:lnTo>
                  <a:pt x="8960217" y="6543131"/>
                </a:lnTo>
                <a:lnTo>
                  <a:pt x="8932446" y="6579938"/>
                </a:lnTo>
                <a:lnTo>
                  <a:pt x="8899902" y="6612482"/>
                </a:lnTo>
                <a:lnTo>
                  <a:pt x="8863095" y="6640254"/>
                </a:lnTo>
                <a:lnTo>
                  <a:pt x="8822536" y="6662742"/>
                </a:lnTo>
                <a:lnTo>
                  <a:pt x="8778736" y="6679437"/>
                </a:lnTo>
                <a:lnTo>
                  <a:pt x="8732204" y="6689829"/>
                </a:lnTo>
                <a:lnTo>
                  <a:pt x="8683451" y="6693406"/>
                </a:lnTo>
                <a:lnTo>
                  <a:pt x="329917" y="6693406"/>
                </a:lnTo>
                <a:lnTo>
                  <a:pt x="281165" y="6689829"/>
                </a:lnTo>
                <a:lnTo>
                  <a:pt x="234633" y="6679437"/>
                </a:lnTo>
                <a:lnTo>
                  <a:pt x="190832" y="6662742"/>
                </a:lnTo>
                <a:lnTo>
                  <a:pt x="150274" y="6640254"/>
                </a:lnTo>
                <a:lnTo>
                  <a:pt x="113467" y="6612482"/>
                </a:lnTo>
                <a:lnTo>
                  <a:pt x="80923" y="6579938"/>
                </a:lnTo>
                <a:lnTo>
                  <a:pt x="53151" y="6543131"/>
                </a:lnTo>
                <a:lnTo>
                  <a:pt x="30663" y="6502573"/>
                </a:lnTo>
                <a:lnTo>
                  <a:pt x="13968" y="6458772"/>
                </a:lnTo>
                <a:lnTo>
                  <a:pt x="3577" y="6412241"/>
                </a:lnTo>
                <a:lnTo>
                  <a:pt x="0" y="6363488"/>
                </a:lnTo>
                <a:lnTo>
                  <a:pt x="0" y="32991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0755" y="703898"/>
            <a:ext cx="722248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696464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8215" y="1480820"/>
            <a:ext cx="7227569" cy="3158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jenkins-ci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jpe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137" y="66580"/>
            <a:ext cx="9022715" cy="6698615"/>
            <a:chOff x="62137" y="66580"/>
            <a:chExt cx="9022715" cy="66986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12" y="69756"/>
              <a:ext cx="9013370" cy="66921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312" y="69755"/>
              <a:ext cx="9013825" cy="6692265"/>
            </a:xfrm>
            <a:custGeom>
              <a:avLst/>
              <a:gdLst/>
              <a:ahLst/>
              <a:cxnLst/>
              <a:rect l="l" t="t" r="r" b="b"/>
              <a:pathLst>
                <a:path w="9013825" h="6692265">
                  <a:moveTo>
                    <a:pt x="0" y="329858"/>
                  </a:moveTo>
                  <a:lnTo>
                    <a:pt x="3576" y="281114"/>
                  </a:lnTo>
                  <a:lnTo>
                    <a:pt x="13965" y="234591"/>
                  </a:lnTo>
                  <a:lnTo>
                    <a:pt x="30657" y="190798"/>
                  </a:lnTo>
                  <a:lnTo>
                    <a:pt x="53142" y="150247"/>
                  </a:lnTo>
                  <a:lnTo>
                    <a:pt x="80908" y="113447"/>
                  </a:lnTo>
                  <a:lnTo>
                    <a:pt x="113447" y="80908"/>
                  </a:lnTo>
                  <a:lnTo>
                    <a:pt x="150247" y="53142"/>
                  </a:lnTo>
                  <a:lnTo>
                    <a:pt x="190798" y="30657"/>
                  </a:lnTo>
                  <a:lnTo>
                    <a:pt x="234591" y="13965"/>
                  </a:lnTo>
                  <a:lnTo>
                    <a:pt x="281114" y="3576"/>
                  </a:lnTo>
                  <a:lnTo>
                    <a:pt x="329858" y="0"/>
                  </a:lnTo>
                  <a:lnTo>
                    <a:pt x="8683510" y="0"/>
                  </a:lnTo>
                  <a:lnTo>
                    <a:pt x="8732254" y="3576"/>
                  </a:lnTo>
                  <a:lnTo>
                    <a:pt x="8778778" y="13965"/>
                  </a:lnTo>
                  <a:lnTo>
                    <a:pt x="8822570" y="30657"/>
                  </a:lnTo>
                  <a:lnTo>
                    <a:pt x="8863122" y="53142"/>
                  </a:lnTo>
                  <a:lnTo>
                    <a:pt x="8899922" y="80908"/>
                  </a:lnTo>
                  <a:lnTo>
                    <a:pt x="8932460" y="113447"/>
                  </a:lnTo>
                  <a:lnTo>
                    <a:pt x="8960227" y="150247"/>
                  </a:lnTo>
                  <a:lnTo>
                    <a:pt x="8982711" y="190798"/>
                  </a:lnTo>
                  <a:lnTo>
                    <a:pt x="8999403" y="234591"/>
                  </a:lnTo>
                  <a:lnTo>
                    <a:pt x="9009793" y="281114"/>
                  </a:lnTo>
                  <a:lnTo>
                    <a:pt x="9013369" y="329858"/>
                  </a:lnTo>
                  <a:lnTo>
                    <a:pt x="9013369" y="6362340"/>
                  </a:lnTo>
                  <a:lnTo>
                    <a:pt x="9009793" y="6411084"/>
                  </a:lnTo>
                  <a:lnTo>
                    <a:pt x="8999403" y="6457608"/>
                  </a:lnTo>
                  <a:lnTo>
                    <a:pt x="8982711" y="6501400"/>
                  </a:lnTo>
                  <a:lnTo>
                    <a:pt x="8960227" y="6541952"/>
                  </a:lnTo>
                  <a:lnTo>
                    <a:pt x="8932460" y="6578752"/>
                  </a:lnTo>
                  <a:lnTo>
                    <a:pt x="8899922" y="6611290"/>
                  </a:lnTo>
                  <a:lnTo>
                    <a:pt x="8863122" y="6639057"/>
                  </a:lnTo>
                  <a:lnTo>
                    <a:pt x="8822570" y="6661541"/>
                  </a:lnTo>
                  <a:lnTo>
                    <a:pt x="8778778" y="6678233"/>
                  </a:lnTo>
                  <a:lnTo>
                    <a:pt x="8732254" y="6688622"/>
                  </a:lnTo>
                  <a:lnTo>
                    <a:pt x="8683510" y="6692199"/>
                  </a:lnTo>
                  <a:lnTo>
                    <a:pt x="329858" y="6692199"/>
                  </a:lnTo>
                  <a:lnTo>
                    <a:pt x="281114" y="6688622"/>
                  </a:lnTo>
                  <a:lnTo>
                    <a:pt x="234591" y="6678233"/>
                  </a:lnTo>
                  <a:lnTo>
                    <a:pt x="190798" y="6661541"/>
                  </a:lnTo>
                  <a:lnTo>
                    <a:pt x="150247" y="6639057"/>
                  </a:lnTo>
                  <a:lnTo>
                    <a:pt x="113447" y="6611290"/>
                  </a:lnTo>
                  <a:lnTo>
                    <a:pt x="80908" y="6578752"/>
                  </a:lnTo>
                  <a:lnTo>
                    <a:pt x="53142" y="6541952"/>
                  </a:lnTo>
                  <a:lnTo>
                    <a:pt x="30657" y="6501400"/>
                  </a:lnTo>
                  <a:lnTo>
                    <a:pt x="13965" y="6457608"/>
                  </a:lnTo>
                  <a:lnTo>
                    <a:pt x="3576" y="6411084"/>
                  </a:lnTo>
                  <a:lnTo>
                    <a:pt x="0" y="6362340"/>
                  </a:lnTo>
                  <a:lnTo>
                    <a:pt x="0" y="329858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930" y="1396720"/>
              <a:ext cx="9022080" cy="120650"/>
            </a:xfrm>
            <a:custGeom>
              <a:avLst/>
              <a:gdLst/>
              <a:ahLst/>
              <a:cxnLst/>
              <a:rect l="l" t="t" r="r" b="b"/>
              <a:pathLst>
                <a:path w="9022080" h="120650">
                  <a:moveTo>
                    <a:pt x="9021535" y="0"/>
                  </a:moveTo>
                  <a:lnTo>
                    <a:pt x="0" y="0"/>
                  </a:lnTo>
                  <a:lnTo>
                    <a:pt x="0" y="120580"/>
                  </a:lnTo>
                  <a:lnTo>
                    <a:pt x="9021535" y="120580"/>
                  </a:lnTo>
                  <a:lnTo>
                    <a:pt x="9021535" y="0"/>
                  </a:lnTo>
                  <a:close/>
                </a:path>
              </a:pathLst>
            </a:custGeom>
            <a:solidFill>
              <a:srgbClr val="ECBF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930" y="2976648"/>
              <a:ext cx="9022080" cy="111125"/>
            </a:xfrm>
            <a:custGeom>
              <a:avLst/>
              <a:gdLst/>
              <a:ahLst/>
              <a:cxnLst/>
              <a:rect l="l" t="t" r="r" b="b"/>
              <a:pathLst>
                <a:path w="9022080" h="111125">
                  <a:moveTo>
                    <a:pt x="9021535" y="0"/>
                  </a:moveTo>
                  <a:lnTo>
                    <a:pt x="0" y="0"/>
                  </a:lnTo>
                  <a:lnTo>
                    <a:pt x="0" y="110531"/>
                  </a:lnTo>
                  <a:lnTo>
                    <a:pt x="9021535" y="110531"/>
                  </a:lnTo>
                  <a:lnTo>
                    <a:pt x="9021535" y="0"/>
                  </a:lnTo>
                  <a:close/>
                </a:path>
              </a:pathLst>
            </a:custGeom>
            <a:solidFill>
              <a:srgbClr val="A296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2930" y="1517300"/>
            <a:ext cx="9022080" cy="1459865"/>
          </a:xfrm>
          <a:prstGeom prst="rect">
            <a:avLst/>
          </a:prstGeom>
          <a:solidFill>
            <a:srgbClr val="DD5E1C"/>
          </a:solidFill>
        </p:spPr>
        <p:txBody>
          <a:bodyPr vert="horz" wrap="square" lIns="0" tIns="395605" rIns="0" bIns="0" rtlCol="0">
            <a:spAutoFit/>
          </a:bodyPr>
          <a:lstStyle/>
          <a:p>
            <a:pPr marL="974090">
              <a:lnSpc>
                <a:spcPct val="100000"/>
              </a:lnSpc>
              <a:spcBef>
                <a:spcPts val="3115"/>
              </a:spcBef>
            </a:pPr>
            <a:r>
              <a:rPr spc="-25" dirty="0">
                <a:solidFill>
                  <a:srgbClr val="FFFFFF"/>
                </a:solidFill>
              </a:rPr>
              <a:t>Jenkins</a:t>
            </a:r>
            <a:r>
              <a:rPr spc="-10" dirty="0">
                <a:solidFill>
                  <a:srgbClr val="FFFFFF"/>
                </a:solidFill>
              </a:rPr>
              <a:t> </a:t>
            </a:r>
            <a:r>
              <a:rPr spc="-20" dirty="0">
                <a:solidFill>
                  <a:srgbClr val="FFFFFF"/>
                </a:solidFill>
              </a:rPr>
              <a:t>Continuous</a:t>
            </a:r>
            <a:r>
              <a:rPr spc="-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Build</a:t>
            </a:r>
            <a:r>
              <a:rPr spc="-5" dirty="0">
                <a:solidFill>
                  <a:srgbClr val="FFFFFF"/>
                </a:solidFill>
              </a:rPr>
              <a:t> </a:t>
            </a:r>
            <a:r>
              <a:rPr spc="-80" dirty="0">
                <a:solidFill>
                  <a:srgbClr val="FFFFFF"/>
                </a:solidFill>
              </a:rPr>
              <a:t>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41719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smtClean="0"/>
              <a:t>summary</a:t>
            </a:r>
            <a:endParaRPr spc="-6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480820"/>
            <a:ext cx="7310755" cy="37363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279400" marR="5080" indent="-266700">
              <a:lnSpc>
                <a:spcPts val="3100"/>
              </a:lnSpc>
              <a:spcBef>
                <a:spcPts val="219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0" dirty="0">
                <a:latin typeface="Times New Roman"/>
                <a:cs typeface="Times New Roman"/>
              </a:rPr>
              <a:t>C</a:t>
            </a:r>
            <a:r>
              <a:rPr sz="2600" spc="-105" dirty="0">
                <a:latin typeface="Times New Roman"/>
                <a:cs typeface="Times New Roman"/>
              </a:rPr>
              <a:t>ontinuous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int</a:t>
            </a:r>
            <a:r>
              <a:rPr sz="2600" spc="-95" dirty="0">
                <a:latin typeface="Times New Roman"/>
                <a:cs typeface="Times New Roman"/>
              </a:rPr>
              <a:t>e</a:t>
            </a:r>
            <a:r>
              <a:rPr sz="2600" spc="-170" dirty="0">
                <a:latin typeface="Times New Roman"/>
                <a:cs typeface="Times New Roman"/>
              </a:rPr>
              <a:t>g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syst</a:t>
            </a:r>
            <a:r>
              <a:rPr sz="2600" spc="-155" dirty="0">
                <a:latin typeface="Times New Roman"/>
                <a:cs typeface="Times New Roman"/>
              </a:rPr>
              <a:t>e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vita</a:t>
            </a:r>
            <a:r>
              <a:rPr sz="2600" spc="-100" dirty="0">
                <a:latin typeface="Times New Roman"/>
                <a:cs typeface="Times New Roman"/>
              </a:rPr>
              <a:t>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pa</a:t>
            </a:r>
            <a:r>
              <a:rPr sz="2600" spc="114" dirty="0">
                <a:latin typeface="Times New Roman"/>
                <a:cs typeface="Times New Roman"/>
              </a:rPr>
              <a:t>r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65" dirty="0">
                <a:latin typeface="Times New Roman"/>
                <a:cs typeface="Times New Roman"/>
              </a:rPr>
              <a:t>n</a:t>
            </a:r>
            <a:r>
              <a:rPr sz="2600" spc="-220" dirty="0">
                <a:latin typeface="Times New Roman"/>
                <a:cs typeface="Times New Roman"/>
              </a:rPr>
              <a:t>y</a:t>
            </a:r>
            <a:r>
              <a:rPr sz="2600" spc="-265" dirty="0">
                <a:latin typeface="Times New Roman"/>
                <a:cs typeface="Times New Roman"/>
              </a:rPr>
              <a:t> </a:t>
            </a:r>
            <a:r>
              <a:rPr sz="2600" spc="-340" dirty="0">
                <a:latin typeface="Times New Roman"/>
                <a:cs typeface="Times New Roman"/>
              </a:rPr>
              <a:t>A</a:t>
            </a:r>
            <a:r>
              <a:rPr sz="2600" spc="-170" dirty="0">
                <a:latin typeface="Times New Roman"/>
                <a:cs typeface="Times New Roman"/>
              </a:rPr>
              <a:t>g</a:t>
            </a:r>
            <a:r>
              <a:rPr sz="2600" spc="-114" dirty="0">
                <a:latin typeface="Times New Roman"/>
                <a:cs typeface="Times New Roman"/>
              </a:rPr>
              <a:t>il</a:t>
            </a:r>
            <a:r>
              <a:rPr sz="2600" spc="-75" dirty="0">
                <a:latin typeface="Times New Roman"/>
                <a:cs typeface="Times New Roman"/>
              </a:rPr>
              <a:t>e  </a:t>
            </a:r>
            <a:r>
              <a:rPr sz="2600" spc="-110" dirty="0">
                <a:latin typeface="Times New Roman"/>
                <a:cs typeface="Times New Roman"/>
              </a:rPr>
              <a:t>team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because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they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help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enforce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ideals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26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Agile 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development</a:t>
            </a:r>
            <a:endParaRPr sz="2600">
              <a:latin typeface="Times New Roman"/>
              <a:cs typeface="Times New Roman"/>
            </a:endParaRPr>
          </a:p>
          <a:p>
            <a:pPr marL="279400" marR="83820" indent="-266700">
              <a:lnSpc>
                <a:spcPct val="99700"/>
              </a:lnSpc>
              <a:spcBef>
                <a:spcPts val="47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0" dirty="0">
                <a:latin typeface="Times New Roman"/>
                <a:cs typeface="Times New Roman"/>
              </a:rPr>
              <a:t>Jenkins,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continuous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build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tool,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enables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teams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focus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</a:t>
            </a:r>
            <a:r>
              <a:rPr sz="2600" spc="-90" dirty="0">
                <a:latin typeface="Times New Roman"/>
                <a:cs typeface="Times New Roman"/>
              </a:rPr>
              <a:t>e</a:t>
            </a:r>
            <a:r>
              <a:rPr sz="2600" spc="-50" dirty="0">
                <a:latin typeface="Times New Roman"/>
                <a:cs typeface="Times New Roman"/>
              </a:rPr>
              <a:t>ir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165" dirty="0">
                <a:latin typeface="Times New Roman"/>
                <a:cs typeface="Times New Roman"/>
              </a:rPr>
              <a:t>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b</a:t>
            </a:r>
            <a:r>
              <a:rPr sz="2600" spc="-220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utom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105" dirty="0">
                <a:latin typeface="Times New Roman"/>
                <a:cs typeface="Times New Roman"/>
              </a:rPr>
              <a:t>ting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b</a:t>
            </a:r>
            <a:r>
              <a:rPr sz="2600" spc="-114" dirty="0">
                <a:latin typeface="Times New Roman"/>
                <a:cs typeface="Times New Roman"/>
              </a:rPr>
              <a:t>uil</a:t>
            </a:r>
            <a:r>
              <a:rPr sz="2600" dirty="0">
                <a:latin typeface="Times New Roman"/>
                <a:cs typeface="Times New Roman"/>
              </a:rPr>
              <a:t>d,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114" dirty="0">
                <a:latin typeface="Times New Roman"/>
                <a:cs typeface="Times New Roman"/>
              </a:rPr>
              <a:t>r</a:t>
            </a:r>
            <a:r>
              <a:rPr sz="2600" spc="-90" dirty="0">
                <a:latin typeface="Times New Roman"/>
                <a:cs typeface="Times New Roman"/>
              </a:rPr>
              <a:t>ti</a:t>
            </a:r>
            <a:r>
              <a:rPr sz="2600" spc="-125" dirty="0">
                <a:latin typeface="Times New Roman"/>
                <a:cs typeface="Times New Roman"/>
              </a:rPr>
              <a:t>f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60" dirty="0">
                <a:latin typeface="Times New Roman"/>
                <a:cs typeface="Times New Roman"/>
              </a:rPr>
              <a:t>na</a:t>
            </a:r>
            <a:r>
              <a:rPr sz="2600" spc="-170" dirty="0">
                <a:latin typeface="Times New Roman"/>
                <a:cs typeface="Times New Roman"/>
              </a:rPr>
              <a:t>g</a:t>
            </a:r>
            <a:r>
              <a:rPr sz="2600" spc="-155" dirty="0">
                <a:latin typeface="Times New Roman"/>
                <a:cs typeface="Times New Roman"/>
              </a:rPr>
              <a:t>e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10" dirty="0">
                <a:latin typeface="Times New Roman"/>
                <a:cs typeface="Times New Roman"/>
              </a:rPr>
              <a:t>nt, 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d</a:t>
            </a:r>
            <a:r>
              <a:rPr sz="2600" spc="-105" dirty="0">
                <a:latin typeface="Times New Roman"/>
                <a:cs typeface="Times New Roman"/>
              </a:rPr>
              <a:t>epl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185" dirty="0">
                <a:latin typeface="Times New Roman"/>
                <a:cs typeface="Times New Roman"/>
              </a:rPr>
              <a:t>ym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40" dirty="0">
                <a:latin typeface="Times New Roman"/>
                <a:cs typeface="Times New Roman"/>
              </a:rPr>
              <a:t>nt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40" dirty="0">
                <a:latin typeface="Times New Roman"/>
                <a:cs typeface="Times New Roman"/>
              </a:rPr>
              <a:t>o</a:t>
            </a:r>
            <a:r>
              <a:rPr sz="2600" spc="-130" dirty="0">
                <a:latin typeface="Times New Roman"/>
                <a:cs typeface="Times New Roman"/>
              </a:rPr>
              <a:t>c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60" dirty="0">
                <a:latin typeface="Times New Roman"/>
                <a:cs typeface="Times New Roman"/>
              </a:rPr>
              <a:t>ss</a:t>
            </a:r>
            <a:r>
              <a:rPr sz="2600" spc="-185" dirty="0">
                <a:latin typeface="Times New Roman"/>
                <a:cs typeface="Times New Roman"/>
              </a:rPr>
              <a:t>e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279400" marR="79375" indent="-266700">
              <a:lnSpc>
                <a:spcPct val="101299"/>
              </a:lnSpc>
              <a:spcBef>
                <a:spcPts val="515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29" dirty="0">
                <a:latin typeface="Times New Roman"/>
                <a:cs typeface="Times New Roman"/>
              </a:rPr>
              <a:t>J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40" dirty="0">
                <a:latin typeface="Times New Roman"/>
                <a:cs typeface="Times New Roman"/>
              </a:rPr>
              <a:t>nkins’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50" dirty="0">
                <a:latin typeface="Times New Roman"/>
                <a:cs typeface="Times New Roman"/>
              </a:rPr>
              <a:t>o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f</a:t>
            </a:r>
            <a:r>
              <a:rPr sz="2600" spc="-130" dirty="0">
                <a:latin typeface="Times New Roman"/>
                <a:cs typeface="Times New Roman"/>
              </a:rPr>
              <a:t>un</a:t>
            </a:r>
            <a:r>
              <a:rPr sz="2600" spc="-120" dirty="0">
                <a:latin typeface="Times New Roman"/>
                <a:cs typeface="Times New Roman"/>
              </a:rPr>
              <a:t>c</a:t>
            </a:r>
            <a:r>
              <a:rPr sz="2600" spc="-105" dirty="0">
                <a:latin typeface="Times New Roman"/>
                <a:cs typeface="Times New Roman"/>
              </a:rPr>
              <a:t>tionality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f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14" dirty="0">
                <a:latin typeface="Times New Roman"/>
                <a:cs typeface="Times New Roman"/>
              </a:rPr>
              <a:t>xi</a:t>
            </a:r>
            <a:r>
              <a:rPr sz="2600" spc="-155" dirty="0">
                <a:latin typeface="Times New Roman"/>
                <a:cs typeface="Times New Roman"/>
              </a:rPr>
              <a:t>b</a:t>
            </a:r>
            <a:r>
              <a:rPr sz="2600" spc="-114" dirty="0">
                <a:latin typeface="Times New Roman"/>
                <a:cs typeface="Times New Roman"/>
              </a:rPr>
              <a:t>il</a:t>
            </a:r>
            <a:r>
              <a:rPr sz="2600" spc="-105" dirty="0">
                <a:latin typeface="Times New Roman"/>
                <a:cs typeface="Times New Roman"/>
              </a:rPr>
              <a:t>ity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05" dirty="0">
                <a:latin typeface="Times New Roman"/>
                <a:cs typeface="Times New Roman"/>
              </a:rPr>
              <a:t>ll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145" dirty="0">
                <a:latin typeface="Times New Roman"/>
                <a:cs typeface="Times New Roman"/>
              </a:rPr>
              <a:t>w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f</a:t>
            </a:r>
            <a:r>
              <a:rPr sz="2600" spc="-5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  </a:t>
            </a:r>
            <a:r>
              <a:rPr sz="2600" spc="-114" dirty="0">
                <a:latin typeface="Times New Roman"/>
                <a:cs typeface="Times New Roman"/>
              </a:rPr>
              <a:t>variety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environments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help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streamline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development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process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all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stakeholders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involved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25057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CI</a:t>
            </a:r>
            <a:r>
              <a:rPr spc="-30" dirty="0"/>
              <a:t> </a:t>
            </a:r>
            <a:r>
              <a:rPr spc="35" dirty="0"/>
              <a:t>-</a:t>
            </a:r>
            <a:r>
              <a:rPr spc="-30" dirty="0"/>
              <a:t> Defined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480820"/>
            <a:ext cx="7385684" cy="23901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279400" marR="5080" indent="-266700">
              <a:lnSpc>
                <a:spcPts val="3100"/>
              </a:lnSpc>
              <a:spcBef>
                <a:spcPts val="219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“Continuous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Integration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software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development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practice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where </a:t>
            </a:r>
            <a:r>
              <a:rPr sz="2600" spc="-110" dirty="0">
                <a:latin typeface="Times New Roman"/>
                <a:cs typeface="Times New Roman"/>
              </a:rPr>
              <a:t>members </a:t>
            </a:r>
            <a:r>
              <a:rPr sz="2600" spc="-150" dirty="0">
                <a:latin typeface="Times New Roman"/>
                <a:cs typeface="Times New Roman"/>
              </a:rPr>
              <a:t>of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20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team </a:t>
            </a:r>
            <a:r>
              <a:rPr sz="2600" spc="-85" dirty="0">
                <a:latin typeface="Times New Roman"/>
                <a:cs typeface="Times New Roman"/>
              </a:rPr>
              <a:t>integrate </a:t>
            </a:r>
            <a:r>
              <a:rPr sz="2600" spc="-70" dirty="0">
                <a:latin typeface="Times New Roman"/>
                <a:cs typeface="Times New Roman"/>
              </a:rPr>
              <a:t>their </a:t>
            </a:r>
            <a:r>
              <a:rPr sz="2600" spc="-120" dirty="0">
                <a:latin typeface="Times New Roman"/>
                <a:cs typeface="Times New Roman"/>
              </a:rPr>
              <a:t>work </a:t>
            </a:r>
            <a:r>
              <a:rPr sz="2600" spc="-114" dirty="0">
                <a:latin typeface="Times New Roman"/>
                <a:cs typeface="Times New Roman"/>
              </a:rPr>
              <a:t>frequently,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usua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155" dirty="0">
                <a:latin typeface="Times New Roman"/>
                <a:cs typeface="Times New Roman"/>
              </a:rPr>
              <a:t>l</a:t>
            </a:r>
            <a:r>
              <a:rPr sz="2600" spc="-220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05" dirty="0">
                <a:latin typeface="Times New Roman"/>
                <a:cs typeface="Times New Roman"/>
              </a:rPr>
              <a:t>c</a:t>
            </a:r>
            <a:r>
              <a:rPr sz="2600" spc="-165" dirty="0">
                <a:latin typeface="Times New Roman"/>
                <a:cs typeface="Times New Roman"/>
              </a:rPr>
              <a:t>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p</a:t>
            </a:r>
            <a:r>
              <a:rPr sz="2600" spc="-105" dirty="0">
                <a:latin typeface="Times New Roman"/>
                <a:cs typeface="Times New Roman"/>
              </a:rPr>
              <a:t>e</a:t>
            </a:r>
            <a:r>
              <a:rPr sz="2600" spc="75" dirty="0">
                <a:latin typeface="Times New Roman"/>
                <a:cs typeface="Times New Roman"/>
              </a:rPr>
              <a:t>r</a:t>
            </a:r>
            <a:r>
              <a:rPr sz="2600" spc="-140" dirty="0">
                <a:latin typeface="Times New Roman"/>
                <a:cs typeface="Times New Roman"/>
              </a:rPr>
              <a:t>son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int</a:t>
            </a:r>
            <a:r>
              <a:rPr sz="2600" spc="-95" dirty="0">
                <a:latin typeface="Times New Roman"/>
                <a:cs typeface="Times New Roman"/>
              </a:rPr>
              <a:t>e</a:t>
            </a:r>
            <a:r>
              <a:rPr sz="2600" spc="-170" dirty="0">
                <a:latin typeface="Times New Roman"/>
                <a:cs typeface="Times New Roman"/>
              </a:rPr>
              <a:t>g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e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st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da</a:t>
            </a:r>
            <a:r>
              <a:rPr sz="2600" spc="-114" dirty="0">
                <a:latin typeface="Times New Roman"/>
                <a:cs typeface="Times New Roman"/>
              </a:rPr>
              <a:t>i</a:t>
            </a:r>
            <a:r>
              <a:rPr sz="2600" spc="-170" dirty="0">
                <a:latin typeface="Times New Roman"/>
                <a:cs typeface="Times New Roman"/>
              </a:rPr>
              <a:t>l</a:t>
            </a:r>
            <a:r>
              <a:rPr sz="2600" spc="-220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-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45" dirty="0">
                <a:latin typeface="Times New Roman"/>
                <a:cs typeface="Times New Roman"/>
              </a:rPr>
              <a:t>ding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to  </a:t>
            </a:r>
            <a:r>
              <a:rPr sz="2600" spc="-185" dirty="0">
                <a:latin typeface="Times New Roman"/>
                <a:cs typeface="Times New Roman"/>
              </a:rPr>
              <a:t>m</a:t>
            </a:r>
            <a:r>
              <a:rPr sz="2600" spc="-105" dirty="0">
                <a:latin typeface="Times New Roman"/>
                <a:cs typeface="Times New Roman"/>
              </a:rPr>
              <a:t>ul</a:t>
            </a:r>
            <a:r>
              <a:rPr sz="2600" spc="-75" dirty="0">
                <a:latin typeface="Times New Roman"/>
                <a:cs typeface="Times New Roman"/>
              </a:rPr>
              <a:t>tipl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int</a:t>
            </a:r>
            <a:r>
              <a:rPr sz="2600" spc="-95" dirty="0">
                <a:latin typeface="Times New Roman"/>
                <a:cs typeface="Times New Roman"/>
              </a:rPr>
              <a:t>e</a:t>
            </a:r>
            <a:r>
              <a:rPr sz="2600" spc="-170" dirty="0">
                <a:latin typeface="Times New Roman"/>
                <a:cs typeface="Times New Roman"/>
              </a:rPr>
              <a:t>g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105" dirty="0">
                <a:latin typeface="Times New Roman"/>
                <a:cs typeface="Times New Roman"/>
              </a:rPr>
              <a:t>tions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p</a:t>
            </a:r>
            <a:r>
              <a:rPr sz="2600" spc="-105" dirty="0">
                <a:latin typeface="Times New Roman"/>
                <a:cs typeface="Times New Roman"/>
              </a:rPr>
              <a:t>e</a:t>
            </a:r>
            <a:r>
              <a:rPr sz="2600" spc="25" dirty="0">
                <a:latin typeface="Times New Roman"/>
                <a:cs typeface="Times New Roman"/>
              </a:rPr>
              <a:t>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d</a:t>
            </a:r>
            <a:r>
              <a:rPr sz="2600" spc="-245" dirty="0">
                <a:latin typeface="Times New Roman"/>
                <a:cs typeface="Times New Roman"/>
              </a:rPr>
              <a:t>a</a:t>
            </a:r>
            <a:r>
              <a:rPr sz="2600" spc="-484" dirty="0">
                <a:latin typeface="Times New Roman"/>
                <a:cs typeface="Times New Roman"/>
              </a:rPr>
              <a:t>y</a:t>
            </a:r>
            <a:r>
              <a:rPr sz="2600" spc="105" dirty="0">
                <a:latin typeface="Times New Roman"/>
                <a:cs typeface="Times New Roman"/>
              </a:rPr>
              <a:t>.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265" dirty="0">
                <a:latin typeface="Times New Roman"/>
                <a:cs typeface="Times New Roman"/>
              </a:rPr>
              <a:t>E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05" dirty="0">
                <a:latin typeface="Times New Roman"/>
                <a:cs typeface="Times New Roman"/>
              </a:rPr>
              <a:t>c</a:t>
            </a:r>
            <a:r>
              <a:rPr sz="2600" spc="-165" dirty="0">
                <a:latin typeface="Times New Roman"/>
                <a:cs typeface="Times New Roman"/>
              </a:rPr>
              <a:t>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int</a:t>
            </a:r>
            <a:r>
              <a:rPr sz="2600" spc="-95" dirty="0">
                <a:latin typeface="Times New Roman"/>
                <a:cs typeface="Times New Roman"/>
              </a:rPr>
              <a:t>e</a:t>
            </a:r>
            <a:r>
              <a:rPr sz="2600" spc="-170" dirty="0">
                <a:latin typeface="Times New Roman"/>
                <a:cs typeface="Times New Roman"/>
              </a:rPr>
              <a:t>g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75" dirty="0">
                <a:latin typeface="Times New Roman"/>
                <a:cs typeface="Times New Roman"/>
              </a:rPr>
              <a:t>v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75" dirty="0">
                <a:latin typeface="Times New Roman"/>
                <a:cs typeface="Times New Roman"/>
              </a:rPr>
              <a:t>r</a:t>
            </a:r>
            <a:r>
              <a:rPr sz="2600" spc="-145" dirty="0">
                <a:latin typeface="Times New Roman"/>
                <a:cs typeface="Times New Roman"/>
              </a:rPr>
              <a:t>i</a:t>
            </a:r>
            <a:r>
              <a:rPr sz="2600" spc="-180" dirty="0">
                <a:latin typeface="Times New Roman"/>
                <a:cs typeface="Times New Roman"/>
              </a:rPr>
              <a:t>f</a:t>
            </a:r>
            <a:r>
              <a:rPr sz="2600" spc="-90" dirty="0">
                <a:latin typeface="Times New Roman"/>
                <a:cs typeface="Times New Roman"/>
              </a:rPr>
              <a:t>i</a:t>
            </a:r>
            <a:r>
              <a:rPr sz="2600" spc="-145" dirty="0">
                <a:latin typeface="Times New Roman"/>
                <a:cs typeface="Times New Roman"/>
              </a:rPr>
              <a:t>e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b</a:t>
            </a:r>
            <a:r>
              <a:rPr sz="2600" spc="-145" dirty="0">
                <a:latin typeface="Times New Roman"/>
                <a:cs typeface="Times New Roman"/>
              </a:rPr>
              <a:t>y  </a:t>
            </a:r>
            <a:r>
              <a:rPr sz="2600" spc="-160" dirty="0">
                <a:latin typeface="Times New Roman"/>
                <a:cs typeface="Times New Roman"/>
              </a:rPr>
              <a:t>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automated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build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(including</a:t>
            </a:r>
            <a:r>
              <a:rPr sz="2600" spc="-60" dirty="0">
                <a:latin typeface="Times New Roman"/>
                <a:cs typeface="Times New Roman"/>
              </a:rPr>
              <a:t> test)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detect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integration 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75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50" dirty="0">
                <a:latin typeface="Times New Roman"/>
                <a:cs typeface="Times New Roman"/>
              </a:rPr>
              <a:t>o</a:t>
            </a:r>
            <a:r>
              <a:rPr sz="2600" spc="15" dirty="0">
                <a:latin typeface="Times New Roman"/>
                <a:cs typeface="Times New Roman"/>
              </a:rPr>
              <a:t>r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q</a:t>
            </a:r>
            <a:r>
              <a:rPr sz="2600" spc="-125" dirty="0">
                <a:latin typeface="Times New Roman"/>
                <a:cs typeface="Times New Roman"/>
              </a:rPr>
              <a:t>ui</a:t>
            </a:r>
            <a:r>
              <a:rPr sz="2600" spc="-95" dirty="0">
                <a:latin typeface="Times New Roman"/>
                <a:cs typeface="Times New Roman"/>
              </a:rPr>
              <a:t>c</a:t>
            </a:r>
            <a:r>
              <a:rPr sz="2600" spc="-170" dirty="0">
                <a:latin typeface="Times New Roman"/>
                <a:cs typeface="Times New Roman"/>
              </a:rPr>
              <a:t>k</a:t>
            </a:r>
            <a:r>
              <a:rPr sz="2600" spc="-150" dirty="0">
                <a:latin typeface="Times New Roman"/>
                <a:cs typeface="Times New Roman"/>
              </a:rPr>
              <a:t>l</a:t>
            </a:r>
            <a:r>
              <a:rPr sz="2600" spc="-220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possi</a:t>
            </a:r>
            <a:r>
              <a:rPr sz="2600" spc="-220" dirty="0">
                <a:latin typeface="Times New Roman"/>
                <a:cs typeface="Times New Roman"/>
              </a:rPr>
              <a:t>b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345" dirty="0">
                <a:latin typeface="Times New Roman"/>
                <a:cs typeface="Times New Roman"/>
              </a:rPr>
              <a:t>”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60" dirty="0">
                <a:latin typeface="Times New Roman"/>
                <a:cs typeface="Times New Roman"/>
              </a:rPr>
              <a:t>Ma</a:t>
            </a:r>
            <a:r>
              <a:rPr sz="2600" spc="114" dirty="0">
                <a:latin typeface="Times New Roman"/>
                <a:cs typeface="Times New Roman"/>
              </a:rPr>
              <a:t>r</a:t>
            </a:r>
            <a:r>
              <a:rPr sz="2600" spc="-70" dirty="0">
                <a:latin typeface="Times New Roman"/>
                <a:cs typeface="Times New Roman"/>
              </a:rPr>
              <a:t>tin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40" dirty="0">
                <a:latin typeface="Times New Roman"/>
                <a:cs typeface="Times New Roman"/>
              </a:rPr>
              <a:t>F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wl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25" dirty="0"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65551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CI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100" dirty="0"/>
              <a:t>What</a:t>
            </a:r>
            <a:r>
              <a:rPr spc="-15" dirty="0"/>
              <a:t> </a:t>
            </a:r>
            <a:r>
              <a:rPr spc="-5" dirty="0"/>
              <a:t>does</a:t>
            </a:r>
            <a:r>
              <a:rPr spc="-10" dirty="0"/>
              <a:t> </a:t>
            </a:r>
            <a:r>
              <a:rPr spc="-60" dirty="0"/>
              <a:t>it</a:t>
            </a:r>
            <a:r>
              <a:rPr spc="-15" dirty="0"/>
              <a:t> </a:t>
            </a:r>
            <a:r>
              <a:rPr spc="-50" dirty="0"/>
              <a:t>really</a:t>
            </a:r>
            <a:r>
              <a:rPr spc="-10" dirty="0"/>
              <a:t> </a:t>
            </a:r>
            <a:r>
              <a:rPr spc="-55" dirty="0"/>
              <a:t>mean?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447800"/>
            <a:ext cx="7449184" cy="425831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79400" marR="5080" indent="-266700">
              <a:lnSpc>
                <a:spcPts val="2800"/>
              </a:lnSpc>
              <a:spcBef>
                <a:spcPts val="459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5" dirty="0">
                <a:latin typeface="Times New Roman"/>
                <a:cs typeface="Times New Roman"/>
              </a:rPr>
              <a:t>At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regular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frequency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(ideally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every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commit),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system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is:</a:t>
            </a:r>
            <a:endParaRPr sz="26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3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85" dirty="0">
                <a:latin typeface="Times New Roman"/>
                <a:cs typeface="Times New Roman"/>
              </a:rPr>
              <a:t>Integrated</a:t>
            </a:r>
            <a:endParaRPr sz="2400">
              <a:latin typeface="Times New Roman"/>
              <a:cs typeface="Times New Roman"/>
            </a:endParaRPr>
          </a:p>
          <a:p>
            <a:pPr marL="825500" lvl="2" indent="-228600">
              <a:lnSpc>
                <a:spcPct val="100000"/>
              </a:lnSpc>
              <a:spcBef>
                <a:spcPts val="60"/>
              </a:spcBef>
              <a:buClr>
                <a:srgbClr val="E6B1AB"/>
              </a:buClr>
              <a:buSzPct val="85000"/>
              <a:buFont typeface="Segoe UI Symbol"/>
              <a:buChar char="⚫"/>
              <a:tabLst>
                <a:tab pos="825500" algn="l"/>
              </a:tabLst>
            </a:pPr>
            <a:r>
              <a:rPr sz="2000" spc="-140" dirty="0">
                <a:latin typeface="Times New Roman"/>
                <a:cs typeface="Times New Roman"/>
              </a:rPr>
              <a:t>All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changes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up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until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that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point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are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combined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into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project</a:t>
            </a:r>
            <a:endParaRPr sz="20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16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35" dirty="0">
                <a:latin typeface="Times New Roman"/>
                <a:cs typeface="Times New Roman"/>
              </a:rPr>
              <a:t>Built</a:t>
            </a:r>
            <a:endParaRPr sz="2400">
              <a:latin typeface="Times New Roman"/>
              <a:cs typeface="Times New Roman"/>
            </a:endParaRPr>
          </a:p>
          <a:p>
            <a:pPr marL="825500" lvl="2" indent="-228600">
              <a:lnSpc>
                <a:spcPct val="100000"/>
              </a:lnSpc>
              <a:spcBef>
                <a:spcPts val="60"/>
              </a:spcBef>
              <a:buClr>
                <a:srgbClr val="E6B1AB"/>
              </a:buClr>
              <a:buSzPct val="85000"/>
              <a:buFont typeface="Segoe UI Symbol"/>
              <a:buChar char="⚫"/>
              <a:tabLst>
                <a:tab pos="825500" algn="l"/>
              </a:tabLst>
            </a:pPr>
            <a:r>
              <a:rPr sz="2000" spc="-10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c</a:t>
            </a:r>
            <a:r>
              <a:rPr sz="2000" spc="-85" dirty="0">
                <a:latin typeface="Times New Roman"/>
                <a:cs typeface="Times New Roman"/>
              </a:rPr>
              <a:t>ode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is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c</a:t>
            </a:r>
            <a:r>
              <a:rPr sz="2000" spc="-105" dirty="0">
                <a:latin typeface="Times New Roman"/>
                <a:cs typeface="Times New Roman"/>
              </a:rPr>
              <a:t>om</a:t>
            </a:r>
            <a:r>
              <a:rPr sz="2000" spc="-90" dirty="0">
                <a:latin typeface="Times New Roman"/>
                <a:cs typeface="Times New Roman"/>
              </a:rPr>
              <a:t>pil</a:t>
            </a:r>
            <a:r>
              <a:rPr sz="2000" spc="-80" dirty="0">
                <a:latin typeface="Times New Roman"/>
                <a:cs typeface="Times New Roman"/>
              </a:rPr>
              <a:t>e</a:t>
            </a:r>
            <a:r>
              <a:rPr sz="2000" spc="-85" dirty="0">
                <a:latin typeface="Times New Roman"/>
                <a:cs typeface="Times New Roman"/>
              </a:rPr>
              <a:t>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into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65" dirty="0">
                <a:latin typeface="Times New Roman"/>
                <a:cs typeface="Times New Roman"/>
              </a:rPr>
              <a:t>a</a:t>
            </a:r>
            <a:r>
              <a:rPr sz="2000" spc="-85" dirty="0">
                <a:latin typeface="Times New Roman"/>
                <a:cs typeface="Times New Roman"/>
              </a:rPr>
              <a:t>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e</a:t>
            </a:r>
            <a:r>
              <a:rPr sz="2000" spc="-120" dirty="0">
                <a:latin typeface="Times New Roman"/>
                <a:cs typeface="Times New Roman"/>
              </a:rPr>
              <a:t>x</a:t>
            </a:r>
            <a:r>
              <a:rPr sz="2000" spc="-80" dirty="0">
                <a:latin typeface="Times New Roman"/>
                <a:cs typeface="Times New Roman"/>
              </a:rPr>
              <a:t>e</a:t>
            </a:r>
            <a:r>
              <a:rPr sz="2000" spc="-120" dirty="0">
                <a:latin typeface="Times New Roman"/>
                <a:cs typeface="Times New Roman"/>
              </a:rPr>
              <a:t>c</a:t>
            </a:r>
            <a:r>
              <a:rPr sz="2000" spc="-75" dirty="0">
                <a:latin typeface="Times New Roman"/>
                <a:cs typeface="Times New Roman"/>
              </a:rPr>
              <a:t>uta</a:t>
            </a:r>
            <a:r>
              <a:rPr sz="2000" spc="-140" dirty="0">
                <a:latin typeface="Times New Roman"/>
                <a:cs typeface="Times New Roman"/>
              </a:rPr>
              <a:t>b</a:t>
            </a:r>
            <a:r>
              <a:rPr sz="2000" spc="-85" dirty="0">
                <a:latin typeface="Times New Roman"/>
                <a:cs typeface="Times New Roman"/>
              </a:rPr>
              <a:t>l</a:t>
            </a:r>
            <a:r>
              <a:rPr sz="2000" spc="-80" dirty="0">
                <a:latin typeface="Times New Roman"/>
                <a:cs typeface="Times New Roman"/>
              </a:rPr>
              <a:t>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or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pa</a:t>
            </a:r>
            <a:r>
              <a:rPr sz="2000" spc="-80" dirty="0">
                <a:latin typeface="Times New Roman"/>
                <a:cs typeface="Times New Roman"/>
              </a:rPr>
              <a:t>c</a:t>
            </a:r>
            <a:r>
              <a:rPr sz="2000" spc="-145" dirty="0">
                <a:latin typeface="Times New Roman"/>
                <a:cs typeface="Times New Roman"/>
              </a:rPr>
              <a:t>ka</a:t>
            </a:r>
            <a:r>
              <a:rPr sz="2000" spc="-125" dirty="0">
                <a:latin typeface="Times New Roman"/>
                <a:cs typeface="Times New Roman"/>
              </a:rPr>
              <a:t>ge</a:t>
            </a:r>
            <a:endParaRPr sz="20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16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45" dirty="0">
                <a:latin typeface="Times New Roman"/>
                <a:cs typeface="Times New Roman"/>
              </a:rPr>
              <a:t>Tested</a:t>
            </a:r>
            <a:endParaRPr sz="2400">
              <a:latin typeface="Times New Roman"/>
              <a:cs typeface="Times New Roman"/>
            </a:endParaRPr>
          </a:p>
          <a:p>
            <a:pPr marL="825500" lvl="2" indent="-228600">
              <a:lnSpc>
                <a:spcPct val="100000"/>
              </a:lnSpc>
              <a:spcBef>
                <a:spcPts val="60"/>
              </a:spcBef>
              <a:buClr>
                <a:srgbClr val="E6B1AB"/>
              </a:buClr>
              <a:buSzPct val="85000"/>
              <a:buFont typeface="Segoe UI Symbol"/>
              <a:buChar char="⚫"/>
              <a:tabLst>
                <a:tab pos="825500" algn="l"/>
              </a:tabLst>
            </a:pPr>
            <a:r>
              <a:rPr sz="2000" spc="-320" dirty="0">
                <a:latin typeface="Times New Roman"/>
                <a:cs typeface="Times New Roman"/>
              </a:rPr>
              <a:t>A</a:t>
            </a:r>
            <a:r>
              <a:rPr sz="2000" spc="-65" dirty="0">
                <a:latin typeface="Times New Roman"/>
                <a:cs typeface="Times New Roman"/>
              </a:rPr>
              <a:t>utom</a:t>
            </a:r>
            <a:r>
              <a:rPr sz="2000" spc="-18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-35" dirty="0">
                <a:latin typeface="Times New Roman"/>
                <a:cs typeface="Times New Roman"/>
              </a:rPr>
              <a:t>e</a:t>
            </a:r>
            <a:r>
              <a:rPr sz="2000" spc="-85" dirty="0">
                <a:latin typeface="Times New Roman"/>
                <a:cs typeface="Times New Roman"/>
              </a:rPr>
              <a:t>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-35" dirty="0">
                <a:latin typeface="Times New Roman"/>
                <a:cs typeface="Times New Roman"/>
              </a:rPr>
              <a:t>e</a:t>
            </a:r>
            <a:r>
              <a:rPr sz="2000" spc="-65" dirty="0">
                <a:latin typeface="Times New Roman"/>
                <a:cs typeface="Times New Roman"/>
              </a:rPr>
              <a:t>st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suit</a:t>
            </a:r>
            <a:r>
              <a:rPr sz="2000" spc="-95" dirty="0">
                <a:latin typeface="Times New Roman"/>
                <a:cs typeface="Times New Roman"/>
              </a:rPr>
              <a:t>e</a:t>
            </a:r>
            <a:r>
              <a:rPr sz="2000" spc="-155" dirty="0">
                <a:latin typeface="Times New Roman"/>
                <a:cs typeface="Times New Roman"/>
              </a:rPr>
              <a:t>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6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80" dirty="0">
                <a:latin typeface="Times New Roman"/>
                <a:cs typeface="Times New Roman"/>
              </a:rPr>
              <a:t>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r</a:t>
            </a:r>
            <a:r>
              <a:rPr sz="2000" spc="-85" dirty="0">
                <a:latin typeface="Times New Roman"/>
                <a:cs typeface="Times New Roman"/>
              </a:rPr>
              <a:t>un</a:t>
            </a:r>
            <a:endParaRPr sz="20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6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40" dirty="0">
                <a:latin typeface="Times New Roman"/>
                <a:cs typeface="Times New Roman"/>
              </a:rPr>
              <a:t>Archived</a:t>
            </a:r>
            <a:endParaRPr sz="2400">
              <a:latin typeface="Times New Roman"/>
              <a:cs typeface="Times New Roman"/>
            </a:endParaRPr>
          </a:p>
          <a:p>
            <a:pPr marL="825500" lvl="2" indent="-228600">
              <a:lnSpc>
                <a:spcPct val="100000"/>
              </a:lnSpc>
              <a:spcBef>
                <a:spcPts val="160"/>
              </a:spcBef>
              <a:buClr>
                <a:srgbClr val="E6B1AB"/>
              </a:buClr>
              <a:buSzPct val="85000"/>
              <a:buFont typeface="Segoe UI Symbol"/>
              <a:buChar char="⚫"/>
              <a:tabLst>
                <a:tab pos="825500" algn="l"/>
              </a:tabLst>
            </a:pPr>
            <a:r>
              <a:rPr sz="2000" spc="-120" dirty="0">
                <a:latin typeface="Times New Roman"/>
                <a:cs typeface="Times New Roman"/>
              </a:rPr>
              <a:t>Versioned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14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stored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so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it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can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be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distributed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60" dirty="0">
                <a:latin typeface="Times New Roman"/>
                <a:cs typeface="Times New Roman"/>
              </a:rPr>
              <a:t>as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is,</a:t>
            </a:r>
            <a:r>
              <a:rPr sz="2000" spc="-125" dirty="0">
                <a:latin typeface="Times New Roman"/>
                <a:cs typeface="Times New Roman"/>
              </a:rPr>
              <a:t> if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desired</a:t>
            </a:r>
            <a:endParaRPr sz="20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6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30" dirty="0">
                <a:latin typeface="Times New Roman"/>
                <a:cs typeface="Times New Roman"/>
              </a:rPr>
              <a:t>Deployed</a:t>
            </a:r>
            <a:endParaRPr sz="2400">
              <a:latin typeface="Times New Roman"/>
              <a:cs typeface="Times New Roman"/>
            </a:endParaRPr>
          </a:p>
          <a:p>
            <a:pPr marL="825500" lvl="2" indent="-228600">
              <a:lnSpc>
                <a:spcPct val="100000"/>
              </a:lnSpc>
              <a:spcBef>
                <a:spcPts val="160"/>
              </a:spcBef>
              <a:buClr>
                <a:srgbClr val="E6B1AB"/>
              </a:buClr>
              <a:buSzPct val="85000"/>
              <a:buFont typeface="Segoe UI Symbol"/>
              <a:buChar char="⚫"/>
              <a:tabLst>
                <a:tab pos="825500" algn="l"/>
              </a:tabLst>
            </a:pPr>
            <a:r>
              <a:rPr sz="2000" spc="-120" dirty="0">
                <a:latin typeface="Times New Roman"/>
                <a:cs typeface="Times New Roman"/>
              </a:rPr>
              <a:t>Loaded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onto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60" dirty="0">
                <a:latin typeface="Times New Roman"/>
                <a:cs typeface="Times New Roman"/>
              </a:rPr>
              <a:t>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system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where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developers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can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interact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with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it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27781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CI</a:t>
            </a:r>
            <a:r>
              <a:rPr spc="-40" dirty="0"/>
              <a:t> </a:t>
            </a:r>
            <a:r>
              <a:rPr spc="35" dirty="0"/>
              <a:t>-</a:t>
            </a:r>
            <a:r>
              <a:rPr spc="-35" dirty="0"/>
              <a:t> </a:t>
            </a:r>
            <a:r>
              <a:rPr spc="-114" dirty="0"/>
              <a:t>Workflow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18174" y="1746250"/>
            <a:ext cx="927100" cy="1229360"/>
            <a:chOff x="718174" y="1746250"/>
            <a:chExt cx="927100" cy="1229360"/>
          </a:xfrm>
        </p:grpSpPr>
        <p:sp>
          <p:nvSpPr>
            <p:cNvPr id="4" name="object 4"/>
            <p:cNvSpPr/>
            <p:nvPr/>
          </p:nvSpPr>
          <p:spPr>
            <a:xfrm>
              <a:off x="724524" y="1866900"/>
              <a:ext cx="914400" cy="1102360"/>
            </a:xfrm>
            <a:custGeom>
              <a:avLst/>
              <a:gdLst/>
              <a:ahLst/>
              <a:cxnLst/>
              <a:rect l="l" t="t" r="r" b="b"/>
              <a:pathLst>
                <a:path w="914400" h="1102360">
                  <a:moveTo>
                    <a:pt x="914400" y="0"/>
                  </a:moveTo>
                  <a:lnTo>
                    <a:pt x="891091" y="36127"/>
                  </a:lnTo>
                  <a:lnTo>
                    <a:pt x="826186" y="67504"/>
                  </a:lnTo>
                  <a:lnTo>
                    <a:pt x="780488" y="80822"/>
                  </a:lnTo>
                  <a:lnTo>
                    <a:pt x="727216" y="92246"/>
                  </a:lnTo>
                  <a:lnTo>
                    <a:pt x="667309" y="101542"/>
                  </a:lnTo>
                  <a:lnTo>
                    <a:pt x="601710" y="108472"/>
                  </a:lnTo>
                  <a:lnTo>
                    <a:pt x="531359" y="112804"/>
                  </a:lnTo>
                  <a:lnTo>
                    <a:pt x="457199" y="114300"/>
                  </a:lnTo>
                  <a:lnTo>
                    <a:pt x="383039" y="112804"/>
                  </a:lnTo>
                  <a:lnTo>
                    <a:pt x="312689" y="108472"/>
                  </a:lnTo>
                  <a:lnTo>
                    <a:pt x="247090" y="101542"/>
                  </a:lnTo>
                  <a:lnTo>
                    <a:pt x="187183" y="92246"/>
                  </a:lnTo>
                  <a:lnTo>
                    <a:pt x="133910" y="80822"/>
                  </a:lnTo>
                  <a:lnTo>
                    <a:pt x="88213" y="67504"/>
                  </a:lnTo>
                  <a:lnTo>
                    <a:pt x="51031" y="52527"/>
                  </a:lnTo>
                  <a:lnTo>
                    <a:pt x="5983" y="18540"/>
                  </a:lnTo>
                  <a:lnTo>
                    <a:pt x="0" y="0"/>
                  </a:lnTo>
                  <a:lnTo>
                    <a:pt x="0" y="987551"/>
                  </a:lnTo>
                  <a:lnTo>
                    <a:pt x="23308" y="1023679"/>
                  </a:lnTo>
                  <a:lnTo>
                    <a:pt x="88213" y="1055056"/>
                  </a:lnTo>
                  <a:lnTo>
                    <a:pt x="133910" y="1068374"/>
                  </a:lnTo>
                  <a:lnTo>
                    <a:pt x="187183" y="1079798"/>
                  </a:lnTo>
                  <a:lnTo>
                    <a:pt x="247090" y="1089094"/>
                  </a:lnTo>
                  <a:lnTo>
                    <a:pt x="312689" y="1096024"/>
                  </a:lnTo>
                  <a:lnTo>
                    <a:pt x="383039" y="1100356"/>
                  </a:lnTo>
                  <a:lnTo>
                    <a:pt x="457199" y="1101852"/>
                  </a:lnTo>
                  <a:lnTo>
                    <a:pt x="531359" y="1100356"/>
                  </a:lnTo>
                  <a:lnTo>
                    <a:pt x="601710" y="1096024"/>
                  </a:lnTo>
                  <a:lnTo>
                    <a:pt x="667309" y="1089094"/>
                  </a:lnTo>
                  <a:lnTo>
                    <a:pt x="727216" y="1079798"/>
                  </a:lnTo>
                  <a:lnTo>
                    <a:pt x="780488" y="1068374"/>
                  </a:lnTo>
                  <a:lnTo>
                    <a:pt x="826186" y="1055056"/>
                  </a:lnTo>
                  <a:lnTo>
                    <a:pt x="863368" y="1040079"/>
                  </a:lnTo>
                  <a:lnTo>
                    <a:pt x="908416" y="1006092"/>
                  </a:lnTo>
                  <a:lnTo>
                    <a:pt x="914400" y="987551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DD5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4524" y="1752600"/>
              <a:ext cx="914400" cy="228600"/>
            </a:xfrm>
            <a:custGeom>
              <a:avLst/>
              <a:gdLst/>
              <a:ahLst/>
              <a:cxnLst/>
              <a:rect l="l" t="t" r="r" b="b"/>
              <a:pathLst>
                <a:path w="914400" h="228600">
                  <a:moveTo>
                    <a:pt x="457199" y="0"/>
                  </a:moveTo>
                  <a:lnTo>
                    <a:pt x="383039" y="1496"/>
                  </a:lnTo>
                  <a:lnTo>
                    <a:pt x="312689" y="5827"/>
                  </a:lnTo>
                  <a:lnTo>
                    <a:pt x="247090" y="12758"/>
                  </a:lnTo>
                  <a:lnTo>
                    <a:pt x="187183" y="22053"/>
                  </a:lnTo>
                  <a:lnTo>
                    <a:pt x="133910" y="33477"/>
                  </a:lnTo>
                  <a:lnTo>
                    <a:pt x="88213" y="46796"/>
                  </a:lnTo>
                  <a:lnTo>
                    <a:pt x="51031" y="61772"/>
                  </a:lnTo>
                  <a:lnTo>
                    <a:pt x="5983" y="95760"/>
                  </a:lnTo>
                  <a:lnTo>
                    <a:pt x="0" y="114300"/>
                  </a:lnTo>
                  <a:lnTo>
                    <a:pt x="5983" y="132840"/>
                  </a:lnTo>
                  <a:lnTo>
                    <a:pt x="51031" y="166827"/>
                  </a:lnTo>
                  <a:lnTo>
                    <a:pt x="88213" y="181804"/>
                  </a:lnTo>
                  <a:lnTo>
                    <a:pt x="133910" y="195122"/>
                  </a:lnTo>
                  <a:lnTo>
                    <a:pt x="187183" y="206546"/>
                  </a:lnTo>
                  <a:lnTo>
                    <a:pt x="247090" y="215842"/>
                  </a:lnTo>
                  <a:lnTo>
                    <a:pt x="312689" y="222772"/>
                  </a:lnTo>
                  <a:lnTo>
                    <a:pt x="383039" y="227104"/>
                  </a:lnTo>
                  <a:lnTo>
                    <a:pt x="457199" y="228600"/>
                  </a:lnTo>
                  <a:lnTo>
                    <a:pt x="531359" y="227104"/>
                  </a:lnTo>
                  <a:lnTo>
                    <a:pt x="601710" y="222772"/>
                  </a:lnTo>
                  <a:lnTo>
                    <a:pt x="667309" y="215842"/>
                  </a:lnTo>
                  <a:lnTo>
                    <a:pt x="727216" y="206546"/>
                  </a:lnTo>
                  <a:lnTo>
                    <a:pt x="780488" y="195122"/>
                  </a:lnTo>
                  <a:lnTo>
                    <a:pt x="826186" y="181804"/>
                  </a:lnTo>
                  <a:lnTo>
                    <a:pt x="863368" y="166827"/>
                  </a:lnTo>
                  <a:lnTo>
                    <a:pt x="908416" y="132840"/>
                  </a:lnTo>
                  <a:lnTo>
                    <a:pt x="914400" y="114300"/>
                  </a:lnTo>
                  <a:lnTo>
                    <a:pt x="908416" y="95760"/>
                  </a:lnTo>
                  <a:lnTo>
                    <a:pt x="863368" y="61772"/>
                  </a:lnTo>
                  <a:lnTo>
                    <a:pt x="826186" y="46796"/>
                  </a:lnTo>
                  <a:lnTo>
                    <a:pt x="780488" y="33477"/>
                  </a:lnTo>
                  <a:lnTo>
                    <a:pt x="727216" y="22053"/>
                  </a:lnTo>
                  <a:lnTo>
                    <a:pt x="667309" y="12758"/>
                  </a:lnTo>
                  <a:lnTo>
                    <a:pt x="601710" y="5827"/>
                  </a:lnTo>
                  <a:lnTo>
                    <a:pt x="531359" y="1496"/>
                  </a:lnTo>
                  <a:lnTo>
                    <a:pt x="457199" y="0"/>
                  </a:lnTo>
                  <a:close/>
                </a:path>
              </a:pathLst>
            </a:custGeom>
            <a:solidFill>
              <a:srgbClr val="ECA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4524" y="1752600"/>
              <a:ext cx="914400" cy="1216660"/>
            </a:xfrm>
            <a:custGeom>
              <a:avLst/>
              <a:gdLst/>
              <a:ahLst/>
              <a:cxnLst/>
              <a:rect l="l" t="t" r="r" b="b"/>
              <a:pathLst>
                <a:path w="914400" h="1216660">
                  <a:moveTo>
                    <a:pt x="914399" y="114299"/>
                  </a:moveTo>
                  <a:lnTo>
                    <a:pt x="891091" y="150427"/>
                  </a:lnTo>
                  <a:lnTo>
                    <a:pt x="826186" y="181803"/>
                  </a:lnTo>
                  <a:lnTo>
                    <a:pt x="780489" y="195122"/>
                  </a:lnTo>
                  <a:lnTo>
                    <a:pt x="727216" y="206546"/>
                  </a:lnTo>
                  <a:lnTo>
                    <a:pt x="667309" y="215841"/>
                  </a:lnTo>
                  <a:lnTo>
                    <a:pt x="601710" y="222772"/>
                  </a:lnTo>
                  <a:lnTo>
                    <a:pt x="531360" y="227103"/>
                  </a:lnTo>
                  <a:lnTo>
                    <a:pt x="457199" y="228599"/>
                  </a:lnTo>
                  <a:lnTo>
                    <a:pt x="383039" y="227103"/>
                  </a:lnTo>
                  <a:lnTo>
                    <a:pt x="312689" y="222772"/>
                  </a:lnTo>
                  <a:lnTo>
                    <a:pt x="247090" y="215841"/>
                  </a:lnTo>
                  <a:lnTo>
                    <a:pt x="187183" y="206546"/>
                  </a:lnTo>
                  <a:lnTo>
                    <a:pt x="133910" y="195122"/>
                  </a:lnTo>
                  <a:lnTo>
                    <a:pt x="88213" y="181803"/>
                  </a:lnTo>
                  <a:lnTo>
                    <a:pt x="51031" y="166827"/>
                  </a:lnTo>
                  <a:lnTo>
                    <a:pt x="5983" y="132839"/>
                  </a:lnTo>
                  <a:lnTo>
                    <a:pt x="0" y="114299"/>
                  </a:lnTo>
                  <a:lnTo>
                    <a:pt x="5983" y="95759"/>
                  </a:lnTo>
                  <a:lnTo>
                    <a:pt x="51031" y="61772"/>
                  </a:lnTo>
                  <a:lnTo>
                    <a:pt x="88213" y="46795"/>
                  </a:lnTo>
                  <a:lnTo>
                    <a:pt x="133910" y="33477"/>
                  </a:lnTo>
                  <a:lnTo>
                    <a:pt x="187183" y="22053"/>
                  </a:lnTo>
                  <a:lnTo>
                    <a:pt x="247090" y="12757"/>
                  </a:lnTo>
                  <a:lnTo>
                    <a:pt x="312689" y="5827"/>
                  </a:lnTo>
                  <a:lnTo>
                    <a:pt x="383039" y="1495"/>
                  </a:lnTo>
                  <a:lnTo>
                    <a:pt x="457199" y="0"/>
                  </a:lnTo>
                  <a:lnTo>
                    <a:pt x="531360" y="1495"/>
                  </a:lnTo>
                  <a:lnTo>
                    <a:pt x="601710" y="5827"/>
                  </a:lnTo>
                  <a:lnTo>
                    <a:pt x="667309" y="12757"/>
                  </a:lnTo>
                  <a:lnTo>
                    <a:pt x="727216" y="22053"/>
                  </a:lnTo>
                  <a:lnTo>
                    <a:pt x="780489" y="33477"/>
                  </a:lnTo>
                  <a:lnTo>
                    <a:pt x="826186" y="46795"/>
                  </a:lnTo>
                  <a:lnTo>
                    <a:pt x="863367" y="61772"/>
                  </a:lnTo>
                  <a:lnTo>
                    <a:pt x="908415" y="95759"/>
                  </a:lnTo>
                  <a:lnTo>
                    <a:pt x="914399" y="114299"/>
                  </a:lnTo>
                  <a:close/>
                </a:path>
                <a:path w="914400" h="1216660">
                  <a:moveTo>
                    <a:pt x="914399" y="1101851"/>
                  </a:moveTo>
                  <a:lnTo>
                    <a:pt x="891091" y="1137979"/>
                  </a:lnTo>
                  <a:lnTo>
                    <a:pt x="826186" y="1169355"/>
                  </a:lnTo>
                  <a:lnTo>
                    <a:pt x="780489" y="1182673"/>
                  </a:lnTo>
                  <a:lnTo>
                    <a:pt x="727216" y="1194098"/>
                  </a:lnTo>
                  <a:lnTo>
                    <a:pt x="667309" y="1203393"/>
                  </a:lnTo>
                  <a:lnTo>
                    <a:pt x="601710" y="1210324"/>
                  </a:lnTo>
                  <a:lnTo>
                    <a:pt x="531360" y="1214655"/>
                  </a:lnTo>
                  <a:lnTo>
                    <a:pt x="457199" y="1216151"/>
                  </a:lnTo>
                  <a:lnTo>
                    <a:pt x="383039" y="1214655"/>
                  </a:lnTo>
                  <a:lnTo>
                    <a:pt x="312689" y="1210324"/>
                  </a:lnTo>
                  <a:lnTo>
                    <a:pt x="247090" y="1203393"/>
                  </a:lnTo>
                  <a:lnTo>
                    <a:pt x="187183" y="1194098"/>
                  </a:lnTo>
                  <a:lnTo>
                    <a:pt x="133910" y="1182673"/>
                  </a:lnTo>
                  <a:lnTo>
                    <a:pt x="88213" y="1169355"/>
                  </a:lnTo>
                  <a:lnTo>
                    <a:pt x="51031" y="1154378"/>
                  </a:lnTo>
                  <a:lnTo>
                    <a:pt x="5983" y="1120391"/>
                  </a:lnTo>
                  <a:lnTo>
                    <a:pt x="0" y="1101851"/>
                  </a:lnTo>
                  <a:lnTo>
                    <a:pt x="0" y="114299"/>
                  </a:lnTo>
                </a:path>
              </a:pathLst>
            </a:custGeom>
            <a:ln w="12699">
              <a:solidFill>
                <a:srgbClr val="AD44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17831" y="2191765"/>
            <a:ext cx="733425" cy="44195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indent="180975">
              <a:lnSpc>
                <a:spcPts val="1600"/>
              </a:lnSpc>
              <a:spcBef>
                <a:spcPts val="219"/>
              </a:spcBef>
            </a:pPr>
            <a:r>
              <a:rPr sz="1400" spc="-65" dirty="0">
                <a:solidFill>
                  <a:srgbClr val="FFFFFF"/>
                </a:solidFill>
                <a:latin typeface="Times New Roman"/>
                <a:cs typeface="Times New Roman"/>
              </a:rPr>
              <a:t>Code </a:t>
            </a:r>
            <a:r>
              <a:rPr sz="1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0" dirty="0">
                <a:solidFill>
                  <a:srgbClr val="FFFFFF"/>
                </a:solidFill>
                <a:latin typeface="Times New Roman"/>
                <a:cs typeface="Times New Roman"/>
              </a:rPr>
              <a:t>posito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400" spc="-12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4572000"/>
            <a:ext cx="2057400" cy="146304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88339" y="5976620"/>
            <a:ext cx="962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latin typeface="Times New Roman"/>
                <a:cs typeface="Times New Roman"/>
              </a:rPr>
              <a:t>D</a:t>
            </a:r>
            <a:r>
              <a:rPr sz="1800" spc="-95" dirty="0">
                <a:latin typeface="Times New Roman"/>
                <a:cs typeface="Times New Roman"/>
              </a:rPr>
              <a:t>e</a:t>
            </a:r>
            <a:r>
              <a:rPr sz="1800" spc="-190" dirty="0">
                <a:latin typeface="Times New Roman"/>
                <a:cs typeface="Times New Roman"/>
              </a:rPr>
              <a:t>v</a:t>
            </a:r>
            <a:r>
              <a:rPr sz="1800" spc="-70" dirty="0">
                <a:latin typeface="Times New Roman"/>
                <a:cs typeface="Times New Roman"/>
              </a:rPr>
              <a:t>e</a:t>
            </a:r>
            <a:r>
              <a:rPr sz="1800" spc="-75" dirty="0">
                <a:latin typeface="Times New Roman"/>
                <a:cs typeface="Times New Roman"/>
              </a:rPr>
              <a:t>l</a:t>
            </a:r>
            <a:r>
              <a:rPr sz="1800" spc="-80" dirty="0">
                <a:latin typeface="Times New Roman"/>
                <a:cs typeface="Times New Roman"/>
              </a:rPr>
              <a:t>op</a:t>
            </a:r>
            <a:r>
              <a:rPr sz="1800" spc="-75" dirty="0">
                <a:latin typeface="Times New Roman"/>
                <a:cs typeface="Times New Roman"/>
              </a:rPr>
              <a:t>e</a:t>
            </a:r>
            <a:r>
              <a:rPr sz="1800" spc="55" dirty="0">
                <a:latin typeface="Times New Roman"/>
                <a:cs typeface="Times New Roman"/>
              </a:rPr>
              <a:t>r</a:t>
            </a:r>
            <a:r>
              <a:rPr sz="1800" spc="-140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65450" y="1746250"/>
            <a:ext cx="1612900" cy="1155700"/>
            <a:chOff x="2965450" y="1746250"/>
            <a:chExt cx="1612900" cy="1155700"/>
          </a:xfrm>
        </p:grpSpPr>
        <p:sp>
          <p:nvSpPr>
            <p:cNvPr id="11" name="object 11"/>
            <p:cNvSpPr/>
            <p:nvPr/>
          </p:nvSpPr>
          <p:spPr>
            <a:xfrm>
              <a:off x="2971799" y="1752600"/>
              <a:ext cx="1600200" cy="1143000"/>
            </a:xfrm>
            <a:custGeom>
              <a:avLst/>
              <a:gdLst/>
              <a:ahLst/>
              <a:cxnLst/>
              <a:rect l="l" t="t" r="r" b="b"/>
              <a:pathLst>
                <a:path w="1600200" h="1143000">
                  <a:moveTo>
                    <a:pt x="1409694" y="0"/>
                  </a:moveTo>
                  <a:lnTo>
                    <a:pt x="190503" y="0"/>
                  </a:lnTo>
                  <a:lnTo>
                    <a:pt x="146822" y="5031"/>
                  </a:lnTo>
                  <a:lnTo>
                    <a:pt x="106724" y="19363"/>
                  </a:lnTo>
                  <a:lnTo>
                    <a:pt x="71353" y="41851"/>
                  </a:lnTo>
                  <a:lnTo>
                    <a:pt x="41851" y="71353"/>
                  </a:lnTo>
                  <a:lnTo>
                    <a:pt x="19362" y="106725"/>
                  </a:lnTo>
                  <a:lnTo>
                    <a:pt x="5031" y="146823"/>
                  </a:lnTo>
                  <a:lnTo>
                    <a:pt x="0" y="190503"/>
                  </a:lnTo>
                  <a:lnTo>
                    <a:pt x="0" y="952496"/>
                  </a:lnTo>
                  <a:lnTo>
                    <a:pt x="5031" y="996176"/>
                  </a:lnTo>
                  <a:lnTo>
                    <a:pt x="19362" y="1036274"/>
                  </a:lnTo>
                  <a:lnTo>
                    <a:pt x="41851" y="1071646"/>
                  </a:lnTo>
                  <a:lnTo>
                    <a:pt x="71353" y="1101148"/>
                  </a:lnTo>
                  <a:lnTo>
                    <a:pt x="106724" y="1123636"/>
                  </a:lnTo>
                  <a:lnTo>
                    <a:pt x="146822" y="1137968"/>
                  </a:lnTo>
                  <a:lnTo>
                    <a:pt x="190503" y="1143000"/>
                  </a:lnTo>
                  <a:lnTo>
                    <a:pt x="1409694" y="1143000"/>
                  </a:lnTo>
                  <a:lnTo>
                    <a:pt x="1453375" y="1137968"/>
                  </a:lnTo>
                  <a:lnTo>
                    <a:pt x="1493474" y="1123636"/>
                  </a:lnTo>
                  <a:lnTo>
                    <a:pt x="1528845" y="1101148"/>
                  </a:lnTo>
                  <a:lnTo>
                    <a:pt x="1558347" y="1071646"/>
                  </a:lnTo>
                  <a:lnTo>
                    <a:pt x="1580835" y="1036274"/>
                  </a:lnTo>
                  <a:lnTo>
                    <a:pt x="1595167" y="996176"/>
                  </a:lnTo>
                  <a:lnTo>
                    <a:pt x="1600198" y="952496"/>
                  </a:lnTo>
                  <a:lnTo>
                    <a:pt x="1600198" y="190503"/>
                  </a:lnTo>
                  <a:lnTo>
                    <a:pt x="1595167" y="146823"/>
                  </a:lnTo>
                  <a:lnTo>
                    <a:pt x="1580835" y="106725"/>
                  </a:lnTo>
                  <a:lnTo>
                    <a:pt x="1558347" y="71353"/>
                  </a:lnTo>
                  <a:lnTo>
                    <a:pt x="1528845" y="41851"/>
                  </a:lnTo>
                  <a:lnTo>
                    <a:pt x="1493474" y="19363"/>
                  </a:lnTo>
                  <a:lnTo>
                    <a:pt x="1453375" y="5031"/>
                  </a:lnTo>
                  <a:lnTo>
                    <a:pt x="1409694" y="0"/>
                  </a:lnTo>
                  <a:close/>
                </a:path>
              </a:pathLst>
            </a:custGeom>
            <a:solidFill>
              <a:srgbClr val="DD5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71800" y="1752600"/>
              <a:ext cx="1600200" cy="1143000"/>
            </a:xfrm>
            <a:custGeom>
              <a:avLst/>
              <a:gdLst/>
              <a:ahLst/>
              <a:cxnLst/>
              <a:rect l="l" t="t" r="r" b="b"/>
              <a:pathLst>
                <a:path w="1600200" h="1143000">
                  <a:moveTo>
                    <a:pt x="0" y="190503"/>
                  </a:moveTo>
                  <a:lnTo>
                    <a:pt x="5031" y="146823"/>
                  </a:lnTo>
                  <a:lnTo>
                    <a:pt x="19363" y="106725"/>
                  </a:lnTo>
                  <a:lnTo>
                    <a:pt x="41851" y="71353"/>
                  </a:lnTo>
                  <a:lnTo>
                    <a:pt x="71353" y="41851"/>
                  </a:lnTo>
                  <a:lnTo>
                    <a:pt x="106725" y="19363"/>
                  </a:lnTo>
                  <a:lnTo>
                    <a:pt x="146823" y="5031"/>
                  </a:lnTo>
                  <a:lnTo>
                    <a:pt x="190503" y="0"/>
                  </a:lnTo>
                  <a:lnTo>
                    <a:pt x="1409695" y="0"/>
                  </a:lnTo>
                  <a:lnTo>
                    <a:pt x="1453376" y="5031"/>
                  </a:lnTo>
                  <a:lnTo>
                    <a:pt x="1493474" y="19363"/>
                  </a:lnTo>
                  <a:lnTo>
                    <a:pt x="1528846" y="41851"/>
                  </a:lnTo>
                  <a:lnTo>
                    <a:pt x="1558348" y="71353"/>
                  </a:lnTo>
                  <a:lnTo>
                    <a:pt x="1580836" y="106725"/>
                  </a:lnTo>
                  <a:lnTo>
                    <a:pt x="1595168" y="146823"/>
                  </a:lnTo>
                  <a:lnTo>
                    <a:pt x="1600199" y="190503"/>
                  </a:lnTo>
                  <a:lnTo>
                    <a:pt x="1600199" y="952495"/>
                  </a:lnTo>
                  <a:lnTo>
                    <a:pt x="1595168" y="996176"/>
                  </a:lnTo>
                  <a:lnTo>
                    <a:pt x="1580836" y="1036274"/>
                  </a:lnTo>
                  <a:lnTo>
                    <a:pt x="1558348" y="1071646"/>
                  </a:lnTo>
                  <a:lnTo>
                    <a:pt x="1528846" y="1101148"/>
                  </a:lnTo>
                  <a:lnTo>
                    <a:pt x="1493474" y="1123636"/>
                  </a:lnTo>
                  <a:lnTo>
                    <a:pt x="1453376" y="1137968"/>
                  </a:lnTo>
                  <a:lnTo>
                    <a:pt x="1409695" y="1142999"/>
                  </a:lnTo>
                  <a:lnTo>
                    <a:pt x="190503" y="1142999"/>
                  </a:lnTo>
                  <a:lnTo>
                    <a:pt x="146823" y="1137968"/>
                  </a:lnTo>
                  <a:lnTo>
                    <a:pt x="106725" y="1123636"/>
                  </a:lnTo>
                  <a:lnTo>
                    <a:pt x="71353" y="1101148"/>
                  </a:lnTo>
                  <a:lnTo>
                    <a:pt x="41851" y="1071646"/>
                  </a:lnTo>
                  <a:lnTo>
                    <a:pt x="19363" y="1036274"/>
                  </a:lnTo>
                  <a:lnTo>
                    <a:pt x="5031" y="996176"/>
                  </a:lnTo>
                  <a:lnTo>
                    <a:pt x="0" y="952495"/>
                  </a:lnTo>
                  <a:lnTo>
                    <a:pt x="0" y="190503"/>
                  </a:lnTo>
                  <a:close/>
                </a:path>
              </a:pathLst>
            </a:custGeom>
            <a:ln w="12699">
              <a:solidFill>
                <a:srgbClr val="AD44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226583" y="2037079"/>
            <a:ext cx="1096645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indent="55244">
              <a:lnSpc>
                <a:spcPts val="2100"/>
              </a:lnSpc>
              <a:spcBef>
                <a:spcPts val="219"/>
              </a:spcBef>
            </a:pPr>
            <a:r>
              <a:rPr sz="1800" spc="-80" dirty="0">
                <a:solidFill>
                  <a:srgbClr val="FFFFFF"/>
                </a:solidFill>
                <a:latin typeface="Times New Roman"/>
                <a:cs typeface="Times New Roman"/>
              </a:rPr>
              <a:t>Continuous </a:t>
            </a:r>
            <a:r>
              <a:rPr sz="1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8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800" spc="-80" dirty="0">
                <a:solidFill>
                  <a:srgbClr val="FFFFFF"/>
                </a:solidFill>
                <a:latin typeface="Times New Roman"/>
                <a:cs typeface="Times New Roman"/>
              </a:rPr>
              <a:t>uild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imes New Roman"/>
                <a:cs typeface="Times New Roman"/>
              </a:rPr>
              <a:t>Syst</a:t>
            </a:r>
            <a:r>
              <a:rPr sz="1800" spc="-12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800" spc="-11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51648" y="1670051"/>
            <a:ext cx="927100" cy="1229360"/>
            <a:chOff x="6851648" y="1670051"/>
            <a:chExt cx="927100" cy="1229360"/>
          </a:xfrm>
        </p:grpSpPr>
        <p:sp>
          <p:nvSpPr>
            <p:cNvPr id="15" name="object 15"/>
            <p:cNvSpPr/>
            <p:nvPr/>
          </p:nvSpPr>
          <p:spPr>
            <a:xfrm>
              <a:off x="6857998" y="1790701"/>
              <a:ext cx="914400" cy="1102360"/>
            </a:xfrm>
            <a:custGeom>
              <a:avLst/>
              <a:gdLst/>
              <a:ahLst/>
              <a:cxnLst/>
              <a:rect l="l" t="t" r="r" b="b"/>
              <a:pathLst>
                <a:path w="914400" h="1102360">
                  <a:moveTo>
                    <a:pt x="914400" y="0"/>
                  </a:moveTo>
                  <a:lnTo>
                    <a:pt x="891091" y="36127"/>
                  </a:lnTo>
                  <a:lnTo>
                    <a:pt x="826187" y="67503"/>
                  </a:lnTo>
                  <a:lnTo>
                    <a:pt x="780489" y="80822"/>
                  </a:lnTo>
                  <a:lnTo>
                    <a:pt x="727216" y="92246"/>
                  </a:lnTo>
                  <a:lnTo>
                    <a:pt x="667309" y="101541"/>
                  </a:lnTo>
                  <a:lnTo>
                    <a:pt x="601710" y="108472"/>
                  </a:lnTo>
                  <a:lnTo>
                    <a:pt x="531360" y="112803"/>
                  </a:lnTo>
                  <a:lnTo>
                    <a:pt x="457200" y="114300"/>
                  </a:lnTo>
                  <a:lnTo>
                    <a:pt x="383039" y="112803"/>
                  </a:lnTo>
                  <a:lnTo>
                    <a:pt x="312689" y="108472"/>
                  </a:lnTo>
                  <a:lnTo>
                    <a:pt x="247090" y="101541"/>
                  </a:lnTo>
                  <a:lnTo>
                    <a:pt x="187183" y="92246"/>
                  </a:lnTo>
                  <a:lnTo>
                    <a:pt x="133911" y="80822"/>
                  </a:lnTo>
                  <a:lnTo>
                    <a:pt x="88213" y="67503"/>
                  </a:lnTo>
                  <a:lnTo>
                    <a:pt x="51031" y="52527"/>
                  </a:lnTo>
                  <a:lnTo>
                    <a:pt x="5983" y="18539"/>
                  </a:lnTo>
                  <a:lnTo>
                    <a:pt x="0" y="0"/>
                  </a:lnTo>
                  <a:lnTo>
                    <a:pt x="0" y="987550"/>
                  </a:lnTo>
                  <a:lnTo>
                    <a:pt x="23308" y="1023678"/>
                  </a:lnTo>
                  <a:lnTo>
                    <a:pt x="88213" y="1055055"/>
                  </a:lnTo>
                  <a:lnTo>
                    <a:pt x="133911" y="1068373"/>
                  </a:lnTo>
                  <a:lnTo>
                    <a:pt x="187183" y="1079797"/>
                  </a:lnTo>
                  <a:lnTo>
                    <a:pt x="247090" y="1089092"/>
                  </a:lnTo>
                  <a:lnTo>
                    <a:pt x="312689" y="1096023"/>
                  </a:lnTo>
                  <a:lnTo>
                    <a:pt x="383039" y="1100354"/>
                  </a:lnTo>
                  <a:lnTo>
                    <a:pt x="457200" y="1101850"/>
                  </a:lnTo>
                  <a:lnTo>
                    <a:pt x="531360" y="1100354"/>
                  </a:lnTo>
                  <a:lnTo>
                    <a:pt x="601710" y="1096023"/>
                  </a:lnTo>
                  <a:lnTo>
                    <a:pt x="667309" y="1089092"/>
                  </a:lnTo>
                  <a:lnTo>
                    <a:pt x="727216" y="1079797"/>
                  </a:lnTo>
                  <a:lnTo>
                    <a:pt x="780489" y="1068373"/>
                  </a:lnTo>
                  <a:lnTo>
                    <a:pt x="826187" y="1055055"/>
                  </a:lnTo>
                  <a:lnTo>
                    <a:pt x="863368" y="1040078"/>
                  </a:lnTo>
                  <a:lnTo>
                    <a:pt x="908416" y="1006090"/>
                  </a:lnTo>
                  <a:lnTo>
                    <a:pt x="914400" y="98755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DD5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7998" y="1676401"/>
              <a:ext cx="914400" cy="228600"/>
            </a:xfrm>
            <a:custGeom>
              <a:avLst/>
              <a:gdLst/>
              <a:ahLst/>
              <a:cxnLst/>
              <a:rect l="l" t="t" r="r" b="b"/>
              <a:pathLst>
                <a:path w="914400" h="228600">
                  <a:moveTo>
                    <a:pt x="457200" y="0"/>
                  </a:moveTo>
                  <a:lnTo>
                    <a:pt x="383039" y="1495"/>
                  </a:lnTo>
                  <a:lnTo>
                    <a:pt x="312689" y="5827"/>
                  </a:lnTo>
                  <a:lnTo>
                    <a:pt x="247090" y="12757"/>
                  </a:lnTo>
                  <a:lnTo>
                    <a:pt x="187183" y="22053"/>
                  </a:lnTo>
                  <a:lnTo>
                    <a:pt x="133911" y="33477"/>
                  </a:lnTo>
                  <a:lnTo>
                    <a:pt x="88213" y="46795"/>
                  </a:lnTo>
                  <a:lnTo>
                    <a:pt x="51031" y="61772"/>
                  </a:lnTo>
                  <a:lnTo>
                    <a:pt x="5983" y="95759"/>
                  </a:lnTo>
                  <a:lnTo>
                    <a:pt x="0" y="114300"/>
                  </a:lnTo>
                  <a:lnTo>
                    <a:pt x="5983" y="132839"/>
                  </a:lnTo>
                  <a:lnTo>
                    <a:pt x="51031" y="166827"/>
                  </a:lnTo>
                  <a:lnTo>
                    <a:pt x="88213" y="181803"/>
                  </a:lnTo>
                  <a:lnTo>
                    <a:pt x="133911" y="195122"/>
                  </a:lnTo>
                  <a:lnTo>
                    <a:pt x="187183" y="206546"/>
                  </a:lnTo>
                  <a:lnTo>
                    <a:pt x="247090" y="215841"/>
                  </a:lnTo>
                  <a:lnTo>
                    <a:pt x="312689" y="222772"/>
                  </a:lnTo>
                  <a:lnTo>
                    <a:pt x="383039" y="227103"/>
                  </a:lnTo>
                  <a:lnTo>
                    <a:pt x="457200" y="228600"/>
                  </a:lnTo>
                  <a:lnTo>
                    <a:pt x="531360" y="227103"/>
                  </a:lnTo>
                  <a:lnTo>
                    <a:pt x="601710" y="222772"/>
                  </a:lnTo>
                  <a:lnTo>
                    <a:pt x="667309" y="215841"/>
                  </a:lnTo>
                  <a:lnTo>
                    <a:pt x="727216" y="206546"/>
                  </a:lnTo>
                  <a:lnTo>
                    <a:pt x="780489" y="195122"/>
                  </a:lnTo>
                  <a:lnTo>
                    <a:pt x="826187" y="181803"/>
                  </a:lnTo>
                  <a:lnTo>
                    <a:pt x="863368" y="166827"/>
                  </a:lnTo>
                  <a:lnTo>
                    <a:pt x="908416" y="132839"/>
                  </a:lnTo>
                  <a:lnTo>
                    <a:pt x="914400" y="114300"/>
                  </a:lnTo>
                  <a:lnTo>
                    <a:pt x="908416" y="95759"/>
                  </a:lnTo>
                  <a:lnTo>
                    <a:pt x="863368" y="61772"/>
                  </a:lnTo>
                  <a:lnTo>
                    <a:pt x="826187" y="46795"/>
                  </a:lnTo>
                  <a:lnTo>
                    <a:pt x="780489" y="33477"/>
                  </a:lnTo>
                  <a:lnTo>
                    <a:pt x="727216" y="22053"/>
                  </a:lnTo>
                  <a:lnTo>
                    <a:pt x="667309" y="12757"/>
                  </a:lnTo>
                  <a:lnTo>
                    <a:pt x="601710" y="5827"/>
                  </a:lnTo>
                  <a:lnTo>
                    <a:pt x="531360" y="1495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ECA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7998" y="1676401"/>
              <a:ext cx="914400" cy="1216660"/>
            </a:xfrm>
            <a:custGeom>
              <a:avLst/>
              <a:gdLst/>
              <a:ahLst/>
              <a:cxnLst/>
              <a:rect l="l" t="t" r="r" b="b"/>
              <a:pathLst>
                <a:path w="914400" h="1216660">
                  <a:moveTo>
                    <a:pt x="914399" y="114299"/>
                  </a:moveTo>
                  <a:lnTo>
                    <a:pt x="891091" y="150427"/>
                  </a:lnTo>
                  <a:lnTo>
                    <a:pt x="826186" y="181804"/>
                  </a:lnTo>
                  <a:lnTo>
                    <a:pt x="780489" y="195122"/>
                  </a:lnTo>
                  <a:lnTo>
                    <a:pt x="727216" y="206546"/>
                  </a:lnTo>
                  <a:lnTo>
                    <a:pt x="667309" y="215841"/>
                  </a:lnTo>
                  <a:lnTo>
                    <a:pt x="601710" y="222772"/>
                  </a:lnTo>
                  <a:lnTo>
                    <a:pt x="531360" y="227103"/>
                  </a:lnTo>
                  <a:lnTo>
                    <a:pt x="457199" y="228599"/>
                  </a:lnTo>
                  <a:lnTo>
                    <a:pt x="383039" y="227103"/>
                  </a:lnTo>
                  <a:lnTo>
                    <a:pt x="312689" y="222772"/>
                  </a:lnTo>
                  <a:lnTo>
                    <a:pt x="247090" y="215841"/>
                  </a:lnTo>
                  <a:lnTo>
                    <a:pt x="187183" y="206546"/>
                  </a:lnTo>
                  <a:lnTo>
                    <a:pt x="133910" y="195122"/>
                  </a:lnTo>
                  <a:lnTo>
                    <a:pt x="88213" y="181804"/>
                  </a:lnTo>
                  <a:lnTo>
                    <a:pt x="51031" y="166827"/>
                  </a:lnTo>
                  <a:lnTo>
                    <a:pt x="5983" y="132840"/>
                  </a:lnTo>
                  <a:lnTo>
                    <a:pt x="0" y="114299"/>
                  </a:lnTo>
                  <a:lnTo>
                    <a:pt x="5983" y="95759"/>
                  </a:lnTo>
                  <a:lnTo>
                    <a:pt x="51031" y="61772"/>
                  </a:lnTo>
                  <a:lnTo>
                    <a:pt x="88213" y="46795"/>
                  </a:lnTo>
                  <a:lnTo>
                    <a:pt x="133910" y="33477"/>
                  </a:lnTo>
                  <a:lnTo>
                    <a:pt x="187183" y="22053"/>
                  </a:lnTo>
                  <a:lnTo>
                    <a:pt x="247090" y="12757"/>
                  </a:lnTo>
                  <a:lnTo>
                    <a:pt x="312689" y="5827"/>
                  </a:lnTo>
                  <a:lnTo>
                    <a:pt x="383039" y="1495"/>
                  </a:lnTo>
                  <a:lnTo>
                    <a:pt x="457199" y="0"/>
                  </a:lnTo>
                  <a:lnTo>
                    <a:pt x="531360" y="1495"/>
                  </a:lnTo>
                  <a:lnTo>
                    <a:pt x="601710" y="5827"/>
                  </a:lnTo>
                  <a:lnTo>
                    <a:pt x="667309" y="12757"/>
                  </a:lnTo>
                  <a:lnTo>
                    <a:pt x="727216" y="22053"/>
                  </a:lnTo>
                  <a:lnTo>
                    <a:pt x="780489" y="33477"/>
                  </a:lnTo>
                  <a:lnTo>
                    <a:pt x="826186" y="46795"/>
                  </a:lnTo>
                  <a:lnTo>
                    <a:pt x="863368" y="61772"/>
                  </a:lnTo>
                  <a:lnTo>
                    <a:pt x="908415" y="95759"/>
                  </a:lnTo>
                  <a:lnTo>
                    <a:pt x="914399" y="114299"/>
                  </a:lnTo>
                  <a:close/>
                </a:path>
                <a:path w="914400" h="1216660">
                  <a:moveTo>
                    <a:pt x="914399" y="1101851"/>
                  </a:moveTo>
                  <a:lnTo>
                    <a:pt x="891091" y="1137979"/>
                  </a:lnTo>
                  <a:lnTo>
                    <a:pt x="826186" y="1169355"/>
                  </a:lnTo>
                  <a:lnTo>
                    <a:pt x="780489" y="1182673"/>
                  </a:lnTo>
                  <a:lnTo>
                    <a:pt x="727216" y="1194098"/>
                  </a:lnTo>
                  <a:lnTo>
                    <a:pt x="667309" y="1203393"/>
                  </a:lnTo>
                  <a:lnTo>
                    <a:pt x="601710" y="1210324"/>
                  </a:lnTo>
                  <a:lnTo>
                    <a:pt x="531360" y="1214655"/>
                  </a:lnTo>
                  <a:lnTo>
                    <a:pt x="457199" y="1216151"/>
                  </a:lnTo>
                  <a:lnTo>
                    <a:pt x="383039" y="1214655"/>
                  </a:lnTo>
                  <a:lnTo>
                    <a:pt x="312689" y="1210324"/>
                  </a:lnTo>
                  <a:lnTo>
                    <a:pt x="247090" y="1203393"/>
                  </a:lnTo>
                  <a:lnTo>
                    <a:pt x="187183" y="1194098"/>
                  </a:lnTo>
                  <a:lnTo>
                    <a:pt x="133910" y="1182673"/>
                  </a:lnTo>
                  <a:lnTo>
                    <a:pt x="88213" y="1169355"/>
                  </a:lnTo>
                  <a:lnTo>
                    <a:pt x="51031" y="1154379"/>
                  </a:lnTo>
                  <a:lnTo>
                    <a:pt x="5983" y="1120391"/>
                  </a:lnTo>
                  <a:lnTo>
                    <a:pt x="0" y="1101851"/>
                  </a:lnTo>
                  <a:lnTo>
                    <a:pt x="0" y="114299"/>
                  </a:lnTo>
                </a:path>
              </a:pathLst>
            </a:custGeom>
            <a:ln w="12699">
              <a:solidFill>
                <a:srgbClr val="AD44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951306" y="2115565"/>
            <a:ext cx="733425" cy="44195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indent="105410">
              <a:lnSpc>
                <a:spcPts val="1600"/>
              </a:lnSpc>
              <a:spcBef>
                <a:spcPts val="219"/>
              </a:spcBef>
            </a:pPr>
            <a:r>
              <a:rPr sz="1400" spc="-60" dirty="0">
                <a:solidFill>
                  <a:srgbClr val="FFFFFF"/>
                </a:solidFill>
                <a:latin typeface="Times New Roman"/>
                <a:cs typeface="Times New Roman"/>
              </a:rPr>
              <a:t>Artifact 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0" dirty="0">
                <a:solidFill>
                  <a:srgbClr val="FFFFFF"/>
                </a:solidFill>
                <a:latin typeface="Times New Roman"/>
                <a:cs typeface="Times New Roman"/>
              </a:rPr>
              <a:t>posito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400" spc="-12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62819" y="4032250"/>
            <a:ext cx="4997450" cy="1770380"/>
            <a:chOff x="3162819" y="4032250"/>
            <a:chExt cx="4997450" cy="1770380"/>
          </a:xfrm>
        </p:grpSpPr>
        <p:sp>
          <p:nvSpPr>
            <p:cNvPr id="20" name="object 20"/>
            <p:cNvSpPr/>
            <p:nvPr/>
          </p:nvSpPr>
          <p:spPr>
            <a:xfrm>
              <a:off x="3169169" y="4038600"/>
              <a:ext cx="1061085" cy="757555"/>
            </a:xfrm>
            <a:custGeom>
              <a:avLst/>
              <a:gdLst/>
              <a:ahLst/>
              <a:cxnLst/>
              <a:rect l="l" t="t" r="r" b="b"/>
              <a:pathLst>
                <a:path w="1061085" h="757554">
                  <a:moveTo>
                    <a:pt x="913138" y="129127"/>
                  </a:moveTo>
                  <a:lnTo>
                    <a:pt x="0" y="129127"/>
                  </a:lnTo>
                  <a:lnTo>
                    <a:pt x="0" y="730210"/>
                  </a:lnTo>
                  <a:lnTo>
                    <a:pt x="59518" y="741677"/>
                  </a:lnTo>
                  <a:lnTo>
                    <a:pt x="113891" y="749810"/>
                  </a:lnTo>
                  <a:lnTo>
                    <a:pt x="163632" y="754882"/>
                  </a:lnTo>
                  <a:lnTo>
                    <a:pt x="209257" y="757168"/>
                  </a:lnTo>
                  <a:lnTo>
                    <a:pt x="251280" y="756941"/>
                  </a:lnTo>
                  <a:lnTo>
                    <a:pt x="290215" y="754473"/>
                  </a:lnTo>
                  <a:lnTo>
                    <a:pt x="360881" y="743908"/>
                  </a:lnTo>
                  <a:lnTo>
                    <a:pt x="425372" y="727660"/>
                  </a:lnTo>
                  <a:lnTo>
                    <a:pt x="552291" y="686858"/>
                  </a:lnTo>
                  <a:lnTo>
                    <a:pt x="586592" y="676521"/>
                  </a:lnTo>
                  <a:lnTo>
                    <a:pt x="661884" y="657596"/>
                  </a:lnTo>
                  <a:lnTo>
                    <a:pt x="703903" y="649554"/>
                  </a:lnTo>
                  <a:lnTo>
                    <a:pt x="749523" y="642823"/>
                  </a:lnTo>
                  <a:lnTo>
                    <a:pt x="799259" y="637677"/>
                  </a:lnTo>
                  <a:lnTo>
                    <a:pt x="853626" y="634390"/>
                  </a:lnTo>
                  <a:lnTo>
                    <a:pt x="913138" y="633233"/>
                  </a:lnTo>
                  <a:lnTo>
                    <a:pt x="913138" y="129127"/>
                  </a:lnTo>
                  <a:close/>
                </a:path>
                <a:path w="1061085" h="757554">
                  <a:moveTo>
                    <a:pt x="982132" y="63773"/>
                  </a:moveTo>
                  <a:lnTo>
                    <a:pt x="75230" y="63773"/>
                  </a:lnTo>
                  <a:lnTo>
                    <a:pt x="75230" y="129127"/>
                  </a:lnTo>
                  <a:lnTo>
                    <a:pt x="913138" y="129127"/>
                  </a:lnTo>
                  <a:lnTo>
                    <a:pt x="913138" y="574555"/>
                  </a:lnTo>
                  <a:lnTo>
                    <a:pt x="919071" y="574006"/>
                  </a:lnTo>
                  <a:lnTo>
                    <a:pt x="934708" y="572798"/>
                  </a:lnTo>
                  <a:lnTo>
                    <a:pt x="956809" y="571590"/>
                  </a:lnTo>
                  <a:lnTo>
                    <a:pt x="982132" y="571041"/>
                  </a:lnTo>
                  <a:lnTo>
                    <a:pt x="982132" y="63773"/>
                  </a:lnTo>
                  <a:close/>
                </a:path>
                <a:path w="1061085" h="757554">
                  <a:moveTo>
                    <a:pt x="1060704" y="0"/>
                  </a:moveTo>
                  <a:lnTo>
                    <a:pt x="145945" y="0"/>
                  </a:lnTo>
                  <a:lnTo>
                    <a:pt x="145945" y="63773"/>
                  </a:lnTo>
                  <a:lnTo>
                    <a:pt x="982132" y="63773"/>
                  </a:lnTo>
                  <a:lnTo>
                    <a:pt x="982132" y="508322"/>
                  </a:lnTo>
                  <a:lnTo>
                    <a:pt x="988885" y="507910"/>
                  </a:lnTo>
                  <a:lnTo>
                    <a:pt x="1006686" y="507004"/>
                  </a:lnTo>
                  <a:lnTo>
                    <a:pt x="1031853" y="506099"/>
                  </a:lnTo>
                  <a:lnTo>
                    <a:pt x="1060704" y="505687"/>
                  </a:lnTo>
                  <a:lnTo>
                    <a:pt x="1060704" y="0"/>
                  </a:lnTo>
                  <a:close/>
                </a:path>
              </a:pathLst>
            </a:custGeom>
            <a:solidFill>
              <a:srgbClr val="DD5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69169" y="4038600"/>
              <a:ext cx="1061085" cy="757555"/>
            </a:xfrm>
            <a:custGeom>
              <a:avLst/>
              <a:gdLst/>
              <a:ahLst/>
              <a:cxnLst/>
              <a:rect l="l" t="t" r="r" b="b"/>
              <a:pathLst>
                <a:path w="1061085" h="757554">
                  <a:moveTo>
                    <a:pt x="0" y="129127"/>
                  </a:moveTo>
                  <a:lnTo>
                    <a:pt x="913138" y="129127"/>
                  </a:lnTo>
                  <a:lnTo>
                    <a:pt x="913138" y="633232"/>
                  </a:lnTo>
                  <a:lnTo>
                    <a:pt x="853626" y="634389"/>
                  </a:lnTo>
                  <a:lnTo>
                    <a:pt x="799259" y="637677"/>
                  </a:lnTo>
                  <a:lnTo>
                    <a:pt x="749522" y="642823"/>
                  </a:lnTo>
                  <a:lnTo>
                    <a:pt x="703902" y="649553"/>
                  </a:lnTo>
                  <a:lnTo>
                    <a:pt x="661883" y="657595"/>
                  </a:lnTo>
                  <a:lnTo>
                    <a:pt x="622951" y="666675"/>
                  </a:lnTo>
                  <a:lnTo>
                    <a:pt x="552290" y="686858"/>
                  </a:lnTo>
                  <a:lnTo>
                    <a:pt x="487802" y="707914"/>
                  </a:lnTo>
                  <a:lnTo>
                    <a:pt x="456587" y="718087"/>
                  </a:lnTo>
                  <a:lnTo>
                    <a:pt x="393641" y="736357"/>
                  </a:lnTo>
                  <a:lnTo>
                    <a:pt x="326577" y="750037"/>
                  </a:lnTo>
                  <a:lnTo>
                    <a:pt x="251280" y="756940"/>
                  </a:lnTo>
                  <a:lnTo>
                    <a:pt x="209257" y="757168"/>
                  </a:lnTo>
                  <a:lnTo>
                    <a:pt x="163632" y="754882"/>
                  </a:lnTo>
                  <a:lnTo>
                    <a:pt x="113891" y="749809"/>
                  </a:lnTo>
                  <a:lnTo>
                    <a:pt x="59518" y="741676"/>
                  </a:lnTo>
                  <a:lnTo>
                    <a:pt x="0" y="730209"/>
                  </a:lnTo>
                  <a:lnTo>
                    <a:pt x="0" y="129127"/>
                  </a:lnTo>
                  <a:close/>
                </a:path>
                <a:path w="1061085" h="757554">
                  <a:moveTo>
                    <a:pt x="75231" y="129127"/>
                  </a:moveTo>
                  <a:lnTo>
                    <a:pt x="75231" y="63773"/>
                  </a:lnTo>
                  <a:lnTo>
                    <a:pt x="982133" y="63773"/>
                  </a:lnTo>
                  <a:lnTo>
                    <a:pt x="982133" y="571040"/>
                  </a:lnTo>
                  <a:lnTo>
                    <a:pt x="956809" y="571589"/>
                  </a:lnTo>
                  <a:lnTo>
                    <a:pt x="934708" y="572797"/>
                  </a:lnTo>
                  <a:lnTo>
                    <a:pt x="919070" y="574005"/>
                  </a:lnTo>
                  <a:lnTo>
                    <a:pt x="913138" y="574554"/>
                  </a:lnTo>
                </a:path>
                <a:path w="1061085" h="757554">
                  <a:moveTo>
                    <a:pt x="145945" y="63773"/>
                  </a:moveTo>
                  <a:lnTo>
                    <a:pt x="145945" y="0"/>
                  </a:lnTo>
                  <a:lnTo>
                    <a:pt x="1060703" y="0"/>
                  </a:lnTo>
                  <a:lnTo>
                    <a:pt x="1060703" y="505686"/>
                  </a:lnTo>
                  <a:lnTo>
                    <a:pt x="1031853" y="506098"/>
                  </a:lnTo>
                  <a:lnTo>
                    <a:pt x="1006686" y="507004"/>
                  </a:lnTo>
                  <a:lnTo>
                    <a:pt x="988885" y="507910"/>
                  </a:lnTo>
                  <a:lnTo>
                    <a:pt x="982133" y="508322"/>
                  </a:lnTo>
                </a:path>
              </a:pathLst>
            </a:custGeom>
            <a:ln w="12699">
              <a:solidFill>
                <a:srgbClr val="AD44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28113" y="4424454"/>
              <a:ext cx="1525905" cy="1371600"/>
            </a:xfrm>
            <a:custGeom>
              <a:avLst/>
              <a:gdLst/>
              <a:ahLst/>
              <a:cxnLst/>
              <a:rect l="l" t="t" r="r" b="b"/>
              <a:pathLst>
                <a:path w="1525904" h="1371600">
                  <a:moveTo>
                    <a:pt x="921083" y="0"/>
                  </a:moveTo>
                  <a:lnTo>
                    <a:pt x="882447" y="9358"/>
                  </a:lnTo>
                  <a:lnTo>
                    <a:pt x="846989" y="30368"/>
                  </a:lnTo>
                  <a:lnTo>
                    <a:pt x="816678" y="62222"/>
                  </a:lnTo>
                  <a:lnTo>
                    <a:pt x="793483" y="104113"/>
                  </a:lnTo>
                  <a:lnTo>
                    <a:pt x="783446" y="92844"/>
                  </a:lnTo>
                  <a:lnTo>
                    <a:pt x="749762" y="64782"/>
                  </a:lnTo>
                  <a:lnTo>
                    <a:pt x="709334" y="45346"/>
                  </a:lnTo>
                  <a:lnTo>
                    <a:pt x="667723" y="37893"/>
                  </a:lnTo>
                  <a:lnTo>
                    <a:pt x="626455" y="41850"/>
                  </a:lnTo>
                  <a:lnTo>
                    <a:pt x="587057" y="56644"/>
                  </a:lnTo>
                  <a:lnTo>
                    <a:pt x="551056" y="81701"/>
                  </a:lnTo>
                  <a:lnTo>
                    <a:pt x="519980" y="116448"/>
                  </a:lnTo>
                  <a:lnTo>
                    <a:pt x="495355" y="160311"/>
                  </a:lnTo>
                  <a:lnTo>
                    <a:pt x="459543" y="139309"/>
                  </a:lnTo>
                  <a:lnTo>
                    <a:pt x="421646" y="125949"/>
                  </a:lnTo>
                  <a:lnTo>
                    <a:pt x="382468" y="120428"/>
                  </a:lnTo>
                  <a:lnTo>
                    <a:pt x="342816" y="122945"/>
                  </a:lnTo>
                  <a:lnTo>
                    <a:pt x="300901" y="134673"/>
                  </a:lnTo>
                  <a:lnTo>
                    <a:pt x="262457" y="154756"/>
                  </a:lnTo>
                  <a:lnTo>
                    <a:pt x="228057" y="182268"/>
                  </a:lnTo>
                  <a:lnTo>
                    <a:pt x="198279" y="216281"/>
                  </a:lnTo>
                  <a:lnTo>
                    <a:pt x="173698" y="255867"/>
                  </a:lnTo>
                  <a:lnTo>
                    <a:pt x="154891" y="300099"/>
                  </a:lnTo>
                  <a:lnTo>
                    <a:pt x="142433" y="348049"/>
                  </a:lnTo>
                  <a:lnTo>
                    <a:pt x="136900" y="398789"/>
                  </a:lnTo>
                  <a:lnTo>
                    <a:pt x="138869" y="451392"/>
                  </a:lnTo>
                  <a:lnTo>
                    <a:pt x="137585" y="455665"/>
                  </a:lnTo>
                  <a:lnTo>
                    <a:pt x="70348" y="484703"/>
                  </a:lnTo>
                  <a:lnTo>
                    <a:pt x="42828" y="512578"/>
                  </a:lnTo>
                  <a:lnTo>
                    <a:pt x="21037" y="548037"/>
                  </a:lnTo>
                  <a:lnTo>
                    <a:pt x="5169" y="594744"/>
                  </a:lnTo>
                  <a:lnTo>
                    <a:pt x="0" y="643269"/>
                  </a:lnTo>
                  <a:lnTo>
                    <a:pt x="5005" y="691148"/>
                  </a:lnTo>
                  <a:lnTo>
                    <a:pt x="19663" y="735921"/>
                  </a:lnTo>
                  <a:lnTo>
                    <a:pt x="43451" y="775126"/>
                  </a:lnTo>
                  <a:lnTo>
                    <a:pt x="75846" y="806302"/>
                  </a:lnTo>
                  <a:lnTo>
                    <a:pt x="55728" y="839098"/>
                  </a:lnTo>
                  <a:lnTo>
                    <a:pt x="42030" y="875996"/>
                  </a:lnTo>
                  <a:lnTo>
                    <a:pt x="35124" y="915624"/>
                  </a:lnTo>
                  <a:lnTo>
                    <a:pt x="35378" y="956606"/>
                  </a:lnTo>
                  <a:lnTo>
                    <a:pt x="45601" y="1005433"/>
                  </a:lnTo>
                  <a:lnTo>
                    <a:pt x="65285" y="1047804"/>
                  </a:lnTo>
                  <a:lnTo>
                    <a:pt x="92800" y="1082148"/>
                  </a:lnTo>
                  <a:lnTo>
                    <a:pt x="126521" y="1106895"/>
                  </a:lnTo>
                  <a:lnTo>
                    <a:pt x="164820" y="1120475"/>
                  </a:lnTo>
                  <a:lnTo>
                    <a:pt x="206071" y="1121319"/>
                  </a:lnTo>
                  <a:lnTo>
                    <a:pt x="208949" y="1127346"/>
                  </a:lnTo>
                  <a:lnTo>
                    <a:pt x="234763" y="1171625"/>
                  </a:lnTo>
                  <a:lnTo>
                    <a:pt x="265198" y="1209235"/>
                  </a:lnTo>
                  <a:lnTo>
                    <a:pt x="299484" y="1239941"/>
                  </a:lnTo>
                  <a:lnTo>
                    <a:pt x="336852" y="1263508"/>
                  </a:lnTo>
                  <a:lnTo>
                    <a:pt x="376532" y="1279700"/>
                  </a:lnTo>
                  <a:lnTo>
                    <a:pt x="417754" y="1288280"/>
                  </a:lnTo>
                  <a:lnTo>
                    <a:pt x="459749" y="1289015"/>
                  </a:lnTo>
                  <a:lnTo>
                    <a:pt x="501748" y="1281667"/>
                  </a:lnTo>
                  <a:lnTo>
                    <a:pt x="542981" y="1266002"/>
                  </a:lnTo>
                  <a:lnTo>
                    <a:pt x="582679" y="1241783"/>
                  </a:lnTo>
                  <a:lnTo>
                    <a:pt x="608341" y="1281121"/>
                  </a:lnTo>
                  <a:lnTo>
                    <a:pt x="638880" y="1314247"/>
                  </a:lnTo>
                  <a:lnTo>
                    <a:pt x="673569" y="1340496"/>
                  </a:lnTo>
                  <a:lnTo>
                    <a:pt x="711677" y="1359205"/>
                  </a:lnTo>
                  <a:lnTo>
                    <a:pt x="753768" y="1369933"/>
                  </a:lnTo>
                  <a:lnTo>
                    <a:pt x="795543" y="1371270"/>
                  </a:lnTo>
                  <a:lnTo>
                    <a:pt x="836164" y="1363766"/>
                  </a:lnTo>
                  <a:lnTo>
                    <a:pt x="874792" y="1347973"/>
                  </a:lnTo>
                  <a:lnTo>
                    <a:pt x="910588" y="1324442"/>
                  </a:lnTo>
                  <a:lnTo>
                    <a:pt x="942714" y="1293724"/>
                  </a:lnTo>
                  <a:lnTo>
                    <a:pt x="970330" y="1256371"/>
                  </a:lnTo>
                  <a:lnTo>
                    <a:pt x="992597" y="1212935"/>
                  </a:lnTo>
                  <a:lnTo>
                    <a:pt x="1008678" y="1163967"/>
                  </a:lnTo>
                  <a:lnTo>
                    <a:pt x="1033489" y="1180132"/>
                  </a:lnTo>
                  <a:lnTo>
                    <a:pt x="1059754" y="1191926"/>
                  </a:lnTo>
                  <a:lnTo>
                    <a:pt x="1087090" y="1199213"/>
                  </a:lnTo>
                  <a:lnTo>
                    <a:pt x="1115115" y="1201857"/>
                  </a:lnTo>
                  <a:lnTo>
                    <a:pt x="1156277" y="1197187"/>
                  </a:lnTo>
                  <a:lnTo>
                    <a:pt x="1194679" y="1183009"/>
                  </a:lnTo>
                  <a:lnTo>
                    <a:pt x="1229495" y="1160321"/>
                  </a:lnTo>
                  <a:lnTo>
                    <a:pt x="1259898" y="1130119"/>
                  </a:lnTo>
                  <a:lnTo>
                    <a:pt x="1285059" y="1093398"/>
                  </a:lnTo>
                  <a:lnTo>
                    <a:pt x="1304153" y="1051156"/>
                  </a:lnTo>
                  <a:lnTo>
                    <a:pt x="1316351" y="1004388"/>
                  </a:lnTo>
                  <a:lnTo>
                    <a:pt x="1320827" y="954091"/>
                  </a:lnTo>
                  <a:lnTo>
                    <a:pt x="1350867" y="946393"/>
                  </a:lnTo>
                  <a:lnTo>
                    <a:pt x="1407092" y="917400"/>
                  </a:lnTo>
                  <a:lnTo>
                    <a:pt x="1464307" y="860672"/>
                  </a:lnTo>
                  <a:lnTo>
                    <a:pt x="1489613" y="819721"/>
                  </a:lnTo>
                  <a:lnTo>
                    <a:pt x="1508373" y="774770"/>
                  </a:lnTo>
                  <a:lnTo>
                    <a:pt x="1520465" y="726979"/>
                  </a:lnTo>
                  <a:lnTo>
                    <a:pt x="1525764" y="677506"/>
                  </a:lnTo>
                  <a:lnTo>
                    <a:pt x="1524145" y="627512"/>
                  </a:lnTo>
                  <a:lnTo>
                    <a:pt x="1515486" y="578155"/>
                  </a:lnTo>
                  <a:lnTo>
                    <a:pt x="1499660" y="530595"/>
                  </a:lnTo>
                  <a:lnTo>
                    <a:pt x="1476545" y="485991"/>
                  </a:lnTo>
                  <a:lnTo>
                    <a:pt x="1481284" y="471008"/>
                  </a:lnTo>
                  <a:lnTo>
                    <a:pt x="1485162" y="455657"/>
                  </a:lnTo>
                  <a:lnTo>
                    <a:pt x="1491701" y="402967"/>
                  </a:lnTo>
                  <a:lnTo>
                    <a:pt x="1488448" y="351506"/>
                  </a:lnTo>
                  <a:lnTo>
                    <a:pt x="1476197" y="302975"/>
                  </a:lnTo>
                  <a:lnTo>
                    <a:pt x="1455739" y="259076"/>
                  </a:lnTo>
                  <a:lnTo>
                    <a:pt x="1427869" y="221510"/>
                  </a:lnTo>
                  <a:lnTo>
                    <a:pt x="1393379" y="191978"/>
                  </a:lnTo>
                  <a:lnTo>
                    <a:pt x="1353061" y="172183"/>
                  </a:lnTo>
                  <a:lnTo>
                    <a:pt x="1345316" y="137265"/>
                  </a:lnTo>
                  <a:lnTo>
                    <a:pt x="1316067" y="75264"/>
                  </a:lnTo>
                  <a:lnTo>
                    <a:pt x="1256517" y="19288"/>
                  </a:lnTo>
                  <a:lnTo>
                    <a:pt x="1214125" y="3047"/>
                  </a:lnTo>
                  <a:lnTo>
                    <a:pt x="1170348" y="622"/>
                  </a:lnTo>
                  <a:lnTo>
                    <a:pt x="1127488" y="11779"/>
                  </a:lnTo>
                  <a:lnTo>
                    <a:pt x="1087846" y="36286"/>
                  </a:lnTo>
                  <a:lnTo>
                    <a:pt x="1053725" y="73913"/>
                  </a:lnTo>
                  <a:lnTo>
                    <a:pt x="1042274" y="57537"/>
                  </a:lnTo>
                  <a:lnTo>
                    <a:pt x="1029416" y="42915"/>
                  </a:lnTo>
                  <a:lnTo>
                    <a:pt x="1015286" y="30179"/>
                  </a:lnTo>
                  <a:lnTo>
                    <a:pt x="1000015" y="19464"/>
                  </a:lnTo>
                  <a:lnTo>
                    <a:pt x="960928" y="3099"/>
                  </a:lnTo>
                  <a:lnTo>
                    <a:pt x="921083" y="0"/>
                  </a:lnTo>
                  <a:close/>
                </a:path>
              </a:pathLst>
            </a:custGeom>
            <a:solidFill>
              <a:srgbClr val="DD5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28113" y="4424454"/>
              <a:ext cx="1525905" cy="1371600"/>
            </a:xfrm>
            <a:custGeom>
              <a:avLst/>
              <a:gdLst/>
              <a:ahLst/>
              <a:cxnLst/>
              <a:rect l="l" t="t" r="r" b="b"/>
              <a:pathLst>
                <a:path w="1525904" h="1371600">
                  <a:moveTo>
                    <a:pt x="138868" y="451393"/>
                  </a:moveTo>
                  <a:lnTo>
                    <a:pt x="136899" y="398789"/>
                  </a:lnTo>
                  <a:lnTo>
                    <a:pt x="142432" y="348049"/>
                  </a:lnTo>
                  <a:lnTo>
                    <a:pt x="154890" y="300099"/>
                  </a:lnTo>
                  <a:lnTo>
                    <a:pt x="173698" y="255867"/>
                  </a:lnTo>
                  <a:lnTo>
                    <a:pt x="198279" y="216281"/>
                  </a:lnTo>
                  <a:lnTo>
                    <a:pt x="228057" y="182268"/>
                  </a:lnTo>
                  <a:lnTo>
                    <a:pt x="262456" y="154756"/>
                  </a:lnTo>
                  <a:lnTo>
                    <a:pt x="300901" y="134672"/>
                  </a:lnTo>
                  <a:lnTo>
                    <a:pt x="342815" y="122945"/>
                  </a:lnTo>
                  <a:lnTo>
                    <a:pt x="382467" y="120429"/>
                  </a:lnTo>
                  <a:lnTo>
                    <a:pt x="421645" y="125949"/>
                  </a:lnTo>
                  <a:lnTo>
                    <a:pt x="459543" y="139308"/>
                  </a:lnTo>
                  <a:lnTo>
                    <a:pt x="495355" y="160310"/>
                  </a:lnTo>
                  <a:lnTo>
                    <a:pt x="519979" y="116448"/>
                  </a:lnTo>
                  <a:lnTo>
                    <a:pt x="551056" y="81701"/>
                  </a:lnTo>
                  <a:lnTo>
                    <a:pt x="587056" y="56644"/>
                  </a:lnTo>
                  <a:lnTo>
                    <a:pt x="626454" y="41851"/>
                  </a:lnTo>
                  <a:lnTo>
                    <a:pt x="667723" y="37893"/>
                  </a:lnTo>
                  <a:lnTo>
                    <a:pt x="709334" y="45346"/>
                  </a:lnTo>
                  <a:lnTo>
                    <a:pt x="749762" y="64782"/>
                  </a:lnTo>
                  <a:lnTo>
                    <a:pt x="783445" y="92844"/>
                  </a:lnTo>
                  <a:lnTo>
                    <a:pt x="793483" y="104114"/>
                  </a:lnTo>
                  <a:lnTo>
                    <a:pt x="816678" y="62222"/>
                  </a:lnTo>
                  <a:lnTo>
                    <a:pt x="846989" y="30368"/>
                  </a:lnTo>
                  <a:lnTo>
                    <a:pt x="882446" y="9358"/>
                  </a:lnTo>
                  <a:lnTo>
                    <a:pt x="921082" y="0"/>
                  </a:lnTo>
                  <a:lnTo>
                    <a:pt x="960928" y="3099"/>
                  </a:lnTo>
                  <a:lnTo>
                    <a:pt x="1000015" y="19465"/>
                  </a:lnTo>
                  <a:lnTo>
                    <a:pt x="1042273" y="57537"/>
                  </a:lnTo>
                  <a:lnTo>
                    <a:pt x="1053725" y="73913"/>
                  </a:lnTo>
                  <a:lnTo>
                    <a:pt x="1087846" y="36287"/>
                  </a:lnTo>
                  <a:lnTo>
                    <a:pt x="1127488" y="11779"/>
                  </a:lnTo>
                  <a:lnTo>
                    <a:pt x="1170348" y="622"/>
                  </a:lnTo>
                  <a:lnTo>
                    <a:pt x="1214125" y="3047"/>
                  </a:lnTo>
                  <a:lnTo>
                    <a:pt x="1256516" y="19287"/>
                  </a:lnTo>
                  <a:lnTo>
                    <a:pt x="1295221" y="49574"/>
                  </a:lnTo>
                  <a:lnTo>
                    <a:pt x="1332875" y="104726"/>
                  </a:lnTo>
                  <a:lnTo>
                    <a:pt x="1353061" y="172183"/>
                  </a:lnTo>
                  <a:lnTo>
                    <a:pt x="1393378" y="191978"/>
                  </a:lnTo>
                  <a:lnTo>
                    <a:pt x="1427869" y="221510"/>
                  </a:lnTo>
                  <a:lnTo>
                    <a:pt x="1455739" y="259076"/>
                  </a:lnTo>
                  <a:lnTo>
                    <a:pt x="1476196" y="302975"/>
                  </a:lnTo>
                  <a:lnTo>
                    <a:pt x="1488447" y="351506"/>
                  </a:lnTo>
                  <a:lnTo>
                    <a:pt x="1491700" y="402967"/>
                  </a:lnTo>
                  <a:lnTo>
                    <a:pt x="1485161" y="455656"/>
                  </a:lnTo>
                  <a:lnTo>
                    <a:pt x="1483330" y="463375"/>
                  </a:lnTo>
                  <a:lnTo>
                    <a:pt x="1481283" y="471008"/>
                  </a:lnTo>
                  <a:lnTo>
                    <a:pt x="1479020" y="478549"/>
                  </a:lnTo>
                  <a:lnTo>
                    <a:pt x="1476545" y="485991"/>
                  </a:lnTo>
                  <a:lnTo>
                    <a:pt x="1499660" y="530595"/>
                  </a:lnTo>
                  <a:lnTo>
                    <a:pt x="1515486" y="578155"/>
                  </a:lnTo>
                  <a:lnTo>
                    <a:pt x="1524146" y="627512"/>
                  </a:lnTo>
                  <a:lnTo>
                    <a:pt x="1525764" y="677506"/>
                  </a:lnTo>
                  <a:lnTo>
                    <a:pt x="1520465" y="726979"/>
                  </a:lnTo>
                  <a:lnTo>
                    <a:pt x="1508373" y="774770"/>
                  </a:lnTo>
                  <a:lnTo>
                    <a:pt x="1489613" y="819721"/>
                  </a:lnTo>
                  <a:lnTo>
                    <a:pt x="1464307" y="860672"/>
                  </a:lnTo>
                  <a:lnTo>
                    <a:pt x="1432581" y="896464"/>
                  </a:lnTo>
                  <a:lnTo>
                    <a:pt x="1379737" y="934102"/>
                  </a:lnTo>
                  <a:lnTo>
                    <a:pt x="1320827" y="954092"/>
                  </a:lnTo>
                  <a:lnTo>
                    <a:pt x="1316351" y="1004388"/>
                  </a:lnTo>
                  <a:lnTo>
                    <a:pt x="1304153" y="1051156"/>
                  </a:lnTo>
                  <a:lnTo>
                    <a:pt x="1285059" y="1093398"/>
                  </a:lnTo>
                  <a:lnTo>
                    <a:pt x="1259897" y="1130119"/>
                  </a:lnTo>
                  <a:lnTo>
                    <a:pt x="1229495" y="1160321"/>
                  </a:lnTo>
                  <a:lnTo>
                    <a:pt x="1194679" y="1183009"/>
                  </a:lnTo>
                  <a:lnTo>
                    <a:pt x="1156277" y="1197186"/>
                  </a:lnTo>
                  <a:lnTo>
                    <a:pt x="1115115" y="1201857"/>
                  </a:lnTo>
                  <a:lnTo>
                    <a:pt x="1087090" y="1199213"/>
                  </a:lnTo>
                  <a:lnTo>
                    <a:pt x="1059754" y="1191926"/>
                  </a:lnTo>
                  <a:lnTo>
                    <a:pt x="1033489" y="1180132"/>
                  </a:lnTo>
                  <a:lnTo>
                    <a:pt x="1008678" y="1163967"/>
                  </a:lnTo>
                  <a:lnTo>
                    <a:pt x="992597" y="1212935"/>
                  </a:lnTo>
                  <a:lnTo>
                    <a:pt x="970330" y="1256371"/>
                  </a:lnTo>
                  <a:lnTo>
                    <a:pt x="942714" y="1293724"/>
                  </a:lnTo>
                  <a:lnTo>
                    <a:pt x="910588" y="1324441"/>
                  </a:lnTo>
                  <a:lnTo>
                    <a:pt x="874792" y="1347973"/>
                  </a:lnTo>
                  <a:lnTo>
                    <a:pt x="836164" y="1363766"/>
                  </a:lnTo>
                  <a:lnTo>
                    <a:pt x="795543" y="1371270"/>
                  </a:lnTo>
                  <a:lnTo>
                    <a:pt x="753768" y="1369933"/>
                  </a:lnTo>
                  <a:lnTo>
                    <a:pt x="711676" y="1359205"/>
                  </a:lnTo>
                  <a:lnTo>
                    <a:pt x="673568" y="1340496"/>
                  </a:lnTo>
                  <a:lnTo>
                    <a:pt x="638880" y="1314247"/>
                  </a:lnTo>
                  <a:lnTo>
                    <a:pt x="608341" y="1281121"/>
                  </a:lnTo>
                  <a:lnTo>
                    <a:pt x="582679" y="1241783"/>
                  </a:lnTo>
                  <a:lnTo>
                    <a:pt x="542981" y="1266002"/>
                  </a:lnTo>
                  <a:lnTo>
                    <a:pt x="501748" y="1281667"/>
                  </a:lnTo>
                  <a:lnTo>
                    <a:pt x="459749" y="1289015"/>
                  </a:lnTo>
                  <a:lnTo>
                    <a:pt x="417753" y="1288280"/>
                  </a:lnTo>
                  <a:lnTo>
                    <a:pt x="376531" y="1279700"/>
                  </a:lnTo>
                  <a:lnTo>
                    <a:pt x="336852" y="1263508"/>
                  </a:lnTo>
                  <a:lnTo>
                    <a:pt x="299484" y="1239941"/>
                  </a:lnTo>
                  <a:lnTo>
                    <a:pt x="265198" y="1209235"/>
                  </a:lnTo>
                  <a:lnTo>
                    <a:pt x="234763" y="1171625"/>
                  </a:lnTo>
                  <a:lnTo>
                    <a:pt x="208949" y="1127346"/>
                  </a:lnTo>
                  <a:lnTo>
                    <a:pt x="206070" y="1121318"/>
                  </a:lnTo>
                  <a:lnTo>
                    <a:pt x="164819" y="1120475"/>
                  </a:lnTo>
                  <a:lnTo>
                    <a:pt x="126520" y="1106894"/>
                  </a:lnTo>
                  <a:lnTo>
                    <a:pt x="92799" y="1082147"/>
                  </a:lnTo>
                  <a:lnTo>
                    <a:pt x="65284" y="1047803"/>
                  </a:lnTo>
                  <a:lnTo>
                    <a:pt x="45602" y="1005433"/>
                  </a:lnTo>
                  <a:lnTo>
                    <a:pt x="35378" y="956606"/>
                  </a:lnTo>
                  <a:lnTo>
                    <a:pt x="35124" y="915624"/>
                  </a:lnTo>
                  <a:lnTo>
                    <a:pt x="42030" y="875996"/>
                  </a:lnTo>
                  <a:lnTo>
                    <a:pt x="55728" y="839098"/>
                  </a:lnTo>
                  <a:lnTo>
                    <a:pt x="75846" y="806302"/>
                  </a:lnTo>
                  <a:lnTo>
                    <a:pt x="43451" y="775126"/>
                  </a:lnTo>
                  <a:lnTo>
                    <a:pt x="19663" y="735921"/>
                  </a:lnTo>
                  <a:lnTo>
                    <a:pt x="5005" y="691148"/>
                  </a:lnTo>
                  <a:lnTo>
                    <a:pt x="0" y="643268"/>
                  </a:lnTo>
                  <a:lnTo>
                    <a:pt x="5169" y="594744"/>
                  </a:lnTo>
                  <a:lnTo>
                    <a:pt x="21036" y="548037"/>
                  </a:lnTo>
                  <a:lnTo>
                    <a:pt x="42827" y="512577"/>
                  </a:lnTo>
                  <a:lnTo>
                    <a:pt x="70348" y="484703"/>
                  </a:lnTo>
                  <a:lnTo>
                    <a:pt x="137584" y="455665"/>
                  </a:lnTo>
                  <a:lnTo>
                    <a:pt x="138868" y="451393"/>
                  </a:lnTo>
                  <a:close/>
                </a:path>
                <a:path w="1525904" h="1371600">
                  <a:moveTo>
                    <a:pt x="166844" y="826265"/>
                  </a:moveTo>
                  <a:lnTo>
                    <a:pt x="143520" y="826310"/>
                  </a:lnTo>
                  <a:lnTo>
                    <a:pt x="120590" y="822034"/>
                  </a:lnTo>
                  <a:lnTo>
                    <a:pt x="98446" y="813547"/>
                  </a:lnTo>
                  <a:lnTo>
                    <a:pt x="77481" y="800960"/>
                  </a:lnTo>
                </a:path>
                <a:path w="1525904" h="1371600">
                  <a:moveTo>
                    <a:pt x="245689" y="1103188"/>
                  </a:moveTo>
                  <a:lnTo>
                    <a:pt x="236175" y="1107390"/>
                  </a:lnTo>
                  <a:lnTo>
                    <a:pt x="226467" y="1110816"/>
                  </a:lnTo>
                  <a:lnTo>
                    <a:pt x="216595" y="1113455"/>
                  </a:lnTo>
                  <a:lnTo>
                    <a:pt x="206591" y="1115299"/>
                  </a:lnTo>
                </a:path>
                <a:path w="1525904" h="1371600">
                  <a:moveTo>
                    <a:pt x="582592" y="1236253"/>
                  </a:moveTo>
                  <a:lnTo>
                    <a:pt x="575808" y="1223036"/>
                  </a:lnTo>
                  <a:lnTo>
                    <a:pt x="569611" y="1209403"/>
                  </a:lnTo>
                  <a:lnTo>
                    <a:pt x="564016" y="1195383"/>
                  </a:lnTo>
                  <a:lnTo>
                    <a:pt x="559034" y="1181007"/>
                  </a:lnTo>
                </a:path>
                <a:path w="1525904" h="1371600">
                  <a:moveTo>
                    <a:pt x="1018238" y="1098489"/>
                  </a:moveTo>
                  <a:lnTo>
                    <a:pt x="1016867" y="1113857"/>
                  </a:lnTo>
                  <a:lnTo>
                    <a:pt x="1014839" y="1129105"/>
                  </a:lnTo>
                  <a:lnTo>
                    <a:pt x="1012158" y="1144199"/>
                  </a:lnTo>
                  <a:lnTo>
                    <a:pt x="1008830" y="1159109"/>
                  </a:lnTo>
                </a:path>
                <a:path w="1525904" h="1371600">
                  <a:moveTo>
                    <a:pt x="1205280" y="723935"/>
                  </a:moveTo>
                  <a:lnTo>
                    <a:pt x="1244423" y="754443"/>
                  </a:lnTo>
                  <a:lnTo>
                    <a:pt x="1276384" y="794171"/>
                  </a:lnTo>
                  <a:lnTo>
                    <a:pt x="1300245" y="841299"/>
                  </a:lnTo>
                  <a:lnTo>
                    <a:pt x="1315084" y="894012"/>
                  </a:lnTo>
                  <a:lnTo>
                    <a:pt x="1319983" y="950491"/>
                  </a:lnTo>
                </a:path>
                <a:path w="1525904" h="1371600">
                  <a:moveTo>
                    <a:pt x="1475825" y="482635"/>
                  </a:moveTo>
                  <a:lnTo>
                    <a:pt x="1466127" y="506489"/>
                  </a:lnTo>
                  <a:lnTo>
                    <a:pt x="1454297" y="528742"/>
                  </a:lnTo>
                  <a:lnTo>
                    <a:pt x="1440462" y="549179"/>
                  </a:lnTo>
                  <a:lnTo>
                    <a:pt x="1424751" y="567588"/>
                  </a:lnTo>
                </a:path>
                <a:path w="1525904" h="1371600">
                  <a:moveTo>
                    <a:pt x="1353271" y="167421"/>
                  </a:moveTo>
                  <a:lnTo>
                    <a:pt x="1354537" y="177383"/>
                  </a:lnTo>
                  <a:lnTo>
                    <a:pt x="1355410" y="187402"/>
                  </a:lnTo>
                  <a:lnTo>
                    <a:pt x="1355887" y="197461"/>
                  </a:lnTo>
                  <a:lnTo>
                    <a:pt x="1355967" y="207542"/>
                  </a:lnTo>
                </a:path>
                <a:path w="1525904" h="1371600">
                  <a:moveTo>
                    <a:pt x="1027092" y="120621"/>
                  </a:moveTo>
                  <a:lnTo>
                    <a:pt x="1032483" y="106987"/>
                  </a:lnTo>
                  <a:lnTo>
                    <a:pt x="1038658" y="93880"/>
                  </a:lnTo>
                  <a:lnTo>
                    <a:pt x="1045591" y="81353"/>
                  </a:lnTo>
                  <a:lnTo>
                    <a:pt x="1053256" y="69455"/>
                  </a:lnTo>
                </a:path>
                <a:path w="1525904" h="1371600">
                  <a:moveTo>
                    <a:pt x="782370" y="145005"/>
                  </a:moveTo>
                  <a:lnTo>
                    <a:pt x="784694" y="133627"/>
                  </a:lnTo>
                  <a:lnTo>
                    <a:pt x="787587" y="122458"/>
                  </a:lnTo>
                  <a:lnTo>
                    <a:pt x="791039" y="111531"/>
                  </a:lnTo>
                  <a:lnTo>
                    <a:pt x="795043" y="100878"/>
                  </a:lnTo>
                </a:path>
                <a:path w="1525904" h="1371600">
                  <a:moveTo>
                    <a:pt x="495173" y="159991"/>
                  </a:moveTo>
                  <a:lnTo>
                    <a:pt x="507418" y="169400"/>
                  </a:lnTo>
                  <a:lnTo>
                    <a:pt x="519163" y="179691"/>
                  </a:lnTo>
                  <a:lnTo>
                    <a:pt x="530378" y="190835"/>
                  </a:lnTo>
                  <a:lnTo>
                    <a:pt x="541030" y="202802"/>
                  </a:lnTo>
                </a:path>
                <a:path w="1525904" h="1371600">
                  <a:moveTo>
                    <a:pt x="146876" y="496446"/>
                  </a:moveTo>
                  <a:lnTo>
                    <a:pt x="144331" y="485337"/>
                  </a:lnTo>
                  <a:lnTo>
                    <a:pt x="142148" y="474119"/>
                  </a:lnTo>
                  <a:lnTo>
                    <a:pt x="140328" y="462803"/>
                  </a:lnTo>
                  <a:lnTo>
                    <a:pt x="138873" y="451404"/>
                  </a:lnTo>
                </a:path>
              </a:pathLst>
            </a:custGeom>
            <a:ln w="12699">
              <a:solidFill>
                <a:srgbClr val="AD44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927694" y="4954238"/>
            <a:ext cx="8242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60" dirty="0">
                <a:solidFill>
                  <a:srgbClr val="FFFFFF"/>
                </a:solidFill>
                <a:latin typeface="Times New Roman"/>
                <a:cs typeface="Times New Roman"/>
              </a:rPr>
              <a:t>pl</a:t>
            </a:r>
            <a:r>
              <a:rPr sz="1400" spc="-105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1400" spc="-100" dirty="0">
                <a:solidFill>
                  <a:srgbClr val="FFFFFF"/>
                </a:solidFill>
                <a:latin typeface="Times New Roman"/>
                <a:cs typeface="Times New Roman"/>
              </a:rPr>
              <a:t>ym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nt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22889" y="2968625"/>
            <a:ext cx="118110" cy="1608455"/>
            <a:chOff x="1122889" y="2968625"/>
            <a:chExt cx="118110" cy="1608455"/>
          </a:xfrm>
        </p:grpSpPr>
        <p:sp>
          <p:nvSpPr>
            <p:cNvPr id="26" name="object 26"/>
            <p:cNvSpPr/>
            <p:nvPr/>
          </p:nvSpPr>
          <p:spPr>
            <a:xfrm>
              <a:off x="1181099" y="2993830"/>
              <a:ext cx="1270" cy="1578610"/>
            </a:xfrm>
            <a:custGeom>
              <a:avLst/>
              <a:gdLst/>
              <a:ahLst/>
              <a:cxnLst/>
              <a:rect l="l" t="t" r="r" b="b"/>
              <a:pathLst>
                <a:path w="1269" h="1578610">
                  <a:moveTo>
                    <a:pt x="0" y="1578169"/>
                  </a:moveTo>
                  <a:lnTo>
                    <a:pt x="781" y="0"/>
                  </a:lnTo>
                </a:path>
              </a:pathLst>
            </a:custGeom>
            <a:ln w="9524">
              <a:solidFill>
                <a:srgbClr val="BF48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2889" y="2968625"/>
              <a:ext cx="117908" cy="115930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2854538" y="2227221"/>
            <a:ext cx="4537075" cy="2271395"/>
            <a:chOff x="2854538" y="2227221"/>
            <a:chExt cx="4537075" cy="2271395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54538" y="2268000"/>
              <a:ext cx="117092" cy="11786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771899" y="2895599"/>
              <a:ext cx="1270" cy="1118235"/>
            </a:xfrm>
            <a:custGeom>
              <a:avLst/>
              <a:gdLst/>
              <a:ahLst/>
              <a:cxnLst/>
              <a:rect l="l" t="t" r="r" b="b"/>
              <a:pathLst>
                <a:path w="1270" h="1118235">
                  <a:moveTo>
                    <a:pt x="0" y="0"/>
                  </a:moveTo>
                  <a:lnTo>
                    <a:pt x="776" y="1117794"/>
                  </a:lnTo>
                </a:path>
              </a:pathLst>
            </a:custGeom>
            <a:ln w="9524">
              <a:solidFill>
                <a:srgbClr val="BF48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13669" y="3922660"/>
              <a:ext cx="117908" cy="11593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571998" y="2284850"/>
              <a:ext cx="2261235" cy="39370"/>
            </a:xfrm>
            <a:custGeom>
              <a:avLst/>
              <a:gdLst/>
              <a:ahLst/>
              <a:cxnLst/>
              <a:rect l="l" t="t" r="r" b="b"/>
              <a:pathLst>
                <a:path w="2261234" h="39369">
                  <a:moveTo>
                    <a:pt x="0" y="39249"/>
                  </a:moveTo>
                  <a:lnTo>
                    <a:pt x="2260799" y="0"/>
                  </a:lnTo>
                </a:path>
              </a:pathLst>
            </a:custGeom>
            <a:ln w="9524">
              <a:solidFill>
                <a:srgbClr val="BF48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41330" y="2227221"/>
              <a:ext cx="116668" cy="11789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571998" y="2324100"/>
              <a:ext cx="2799715" cy="2159000"/>
            </a:xfrm>
            <a:custGeom>
              <a:avLst/>
              <a:gdLst/>
              <a:ahLst/>
              <a:cxnLst/>
              <a:rect l="l" t="t" r="r" b="b"/>
              <a:pathLst>
                <a:path w="2799715" h="2159000">
                  <a:moveTo>
                    <a:pt x="0" y="0"/>
                  </a:moveTo>
                  <a:lnTo>
                    <a:pt x="2799439" y="2158689"/>
                  </a:lnTo>
                </a:path>
              </a:pathLst>
            </a:custGeom>
            <a:ln w="9524">
              <a:solidFill>
                <a:srgbClr val="BF48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70456" y="4386652"/>
              <a:ext cx="120942" cy="111528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621462" y="2090420"/>
            <a:ext cx="1343025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74650" marR="5080" indent="-362585">
              <a:lnSpc>
                <a:spcPts val="2100"/>
              </a:lnSpc>
              <a:spcBef>
                <a:spcPts val="219"/>
              </a:spcBef>
              <a:tabLst>
                <a:tab pos="374650" algn="l"/>
                <a:tab pos="1329055" algn="l"/>
              </a:tabLst>
            </a:pPr>
            <a:r>
              <a:rPr sz="1800" u="heavy" spc="-45" dirty="0">
                <a:uFill>
                  <a:solidFill>
                    <a:srgbClr val="BF4803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800" u="heavy" spc="-90" dirty="0">
                <a:uFill>
                  <a:solidFill>
                    <a:srgbClr val="BF4803"/>
                  </a:solidFill>
                </a:uFill>
                <a:latin typeface="Times New Roman"/>
                <a:cs typeface="Times New Roman"/>
              </a:rPr>
              <a:t>Regular 	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Interval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336540" y="2395220"/>
            <a:ext cx="104013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spc="-185" dirty="0">
                <a:latin typeface="Times New Roman"/>
                <a:cs typeface="Times New Roman"/>
              </a:rPr>
              <a:t>E</a:t>
            </a:r>
            <a:r>
              <a:rPr sz="1800" spc="-110" dirty="0">
                <a:latin typeface="Times New Roman"/>
                <a:cs typeface="Times New Roman"/>
              </a:rPr>
              <a:t>x</a:t>
            </a:r>
            <a:r>
              <a:rPr sz="1800" spc="-70" dirty="0">
                <a:latin typeface="Times New Roman"/>
                <a:cs typeface="Times New Roman"/>
              </a:rPr>
              <a:t>e</a:t>
            </a:r>
            <a:r>
              <a:rPr sz="1800" spc="-110" dirty="0">
                <a:latin typeface="Times New Roman"/>
                <a:cs typeface="Times New Roman"/>
              </a:rPr>
              <a:t>c</a:t>
            </a:r>
            <a:r>
              <a:rPr sz="1800" spc="-65" dirty="0">
                <a:latin typeface="Times New Roman"/>
                <a:cs typeface="Times New Roman"/>
              </a:rPr>
              <a:t>uta</a:t>
            </a:r>
            <a:r>
              <a:rPr sz="1800" spc="-125" dirty="0">
                <a:latin typeface="Times New Roman"/>
                <a:cs typeface="Times New Roman"/>
              </a:rPr>
              <a:t>b</a:t>
            </a:r>
            <a:r>
              <a:rPr sz="1800" spc="-75" dirty="0">
                <a:latin typeface="Times New Roman"/>
                <a:cs typeface="Times New Roman"/>
              </a:rPr>
              <a:t>l</a:t>
            </a:r>
            <a:r>
              <a:rPr sz="1800" spc="-70" dirty="0">
                <a:latin typeface="Times New Roman"/>
                <a:cs typeface="Times New Roman"/>
              </a:rPr>
              <a:t>e</a:t>
            </a:r>
            <a:r>
              <a:rPr sz="1800" spc="370" dirty="0">
                <a:latin typeface="Times New Roman"/>
                <a:cs typeface="Times New Roman"/>
              </a:rPr>
              <a:t>/  </a:t>
            </a:r>
            <a:r>
              <a:rPr sz="1800" spc="-120" dirty="0">
                <a:latin typeface="Times New Roman"/>
                <a:cs typeface="Times New Roman"/>
              </a:rPr>
              <a:t>Package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64539" y="3126740"/>
            <a:ext cx="3620135" cy="162115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374900">
              <a:lnSpc>
                <a:spcPct val="100000"/>
              </a:lnSpc>
              <a:spcBef>
                <a:spcPts val="940"/>
              </a:spcBef>
            </a:pPr>
            <a:r>
              <a:rPr sz="1800" spc="-325" dirty="0">
                <a:latin typeface="Times New Roman"/>
                <a:cs typeface="Times New Roman"/>
              </a:rPr>
              <a:t>T</a:t>
            </a:r>
            <a:r>
              <a:rPr sz="1800" spc="-70" dirty="0">
                <a:latin typeface="Times New Roman"/>
                <a:cs typeface="Times New Roman"/>
              </a:rPr>
              <a:t>e</a:t>
            </a:r>
            <a:r>
              <a:rPr sz="1800" spc="-85" dirty="0">
                <a:latin typeface="Times New Roman"/>
                <a:cs typeface="Times New Roman"/>
              </a:rPr>
              <a:t>sting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Times New Roman"/>
                <a:cs typeface="Times New Roman"/>
              </a:rPr>
              <a:t>R</a:t>
            </a:r>
            <a:r>
              <a:rPr sz="1800" spc="-70" dirty="0">
                <a:latin typeface="Times New Roman"/>
                <a:cs typeface="Times New Roman"/>
              </a:rPr>
              <a:t>e</a:t>
            </a:r>
            <a:r>
              <a:rPr sz="1800" spc="-95" dirty="0">
                <a:latin typeface="Times New Roman"/>
                <a:cs typeface="Times New Roman"/>
              </a:rPr>
              <a:t>sul</a:t>
            </a:r>
            <a:r>
              <a:rPr sz="1800" spc="-60" dirty="0">
                <a:latin typeface="Times New Roman"/>
                <a:cs typeface="Times New Roman"/>
              </a:rPr>
              <a:t>ts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spc="-100" dirty="0">
                <a:latin typeface="Times New Roman"/>
                <a:cs typeface="Times New Roman"/>
              </a:rPr>
              <a:t>Sour</a:t>
            </a:r>
            <a:r>
              <a:rPr sz="1800" spc="-110" dirty="0">
                <a:latin typeface="Times New Roman"/>
                <a:cs typeface="Times New Roman"/>
              </a:rPr>
              <a:t>c</a:t>
            </a:r>
            <a:r>
              <a:rPr sz="1800" spc="-70" dirty="0">
                <a:latin typeface="Times New Roman"/>
                <a:cs typeface="Times New Roman"/>
              </a:rPr>
              <a:t>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95" dirty="0">
                <a:latin typeface="Times New Roman"/>
                <a:cs typeface="Times New Roman"/>
              </a:rPr>
              <a:t>&amp;</a:t>
            </a:r>
            <a:r>
              <a:rPr sz="1800" spc="-265" dirty="0">
                <a:latin typeface="Times New Roman"/>
                <a:cs typeface="Times New Roman"/>
              </a:rPr>
              <a:t> </a:t>
            </a:r>
            <a:r>
              <a:rPr sz="1800" spc="-325" dirty="0">
                <a:latin typeface="Times New Roman"/>
                <a:cs typeface="Times New Roman"/>
              </a:rPr>
              <a:t>T</a:t>
            </a:r>
            <a:r>
              <a:rPr sz="1800" spc="-70" dirty="0">
                <a:latin typeface="Times New Roman"/>
                <a:cs typeface="Times New Roman"/>
              </a:rPr>
              <a:t>e</a:t>
            </a:r>
            <a:r>
              <a:rPr sz="1800" spc="-85" dirty="0">
                <a:latin typeface="Times New Roman"/>
                <a:cs typeface="Times New Roman"/>
              </a:rPr>
              <a:t>sts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>
              <a:latin typeface="Times New Roman"/>
              <a:cs typeface="Times New Roman"/>
            </a:endParaRPr>
          </a:p>
          <a:p>
            <a:pPr marL="2532380" marR="415925" indent="166370">
              <a:lnSpc>
                <a:spcPts val="2100"/>
              </a:lnSpc>
            </a:pPr>
            <a:r>
              <a:rPr sz="1800" spc="-130" dirty="0">
                <a:solidFill>
                  <a:srgbClr val="FFFFFF"/>
                </a:solidFill>
                <a:latin typeface="Times New Roman"/>
                <a:cs typeface="Times New Roman"/>
              </a:rPr>
              <a:t>Test </a:t>
            </a:r>
            <a:r>
              <a:rPr sz="1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po</a:t>
            </a:r>
            <a:r>
              <a:rPr sz="1800" spc="2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ts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27736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CI </a:t>
            </a:r>
            <a:r>
              <a:rPr dirty="0"/>
              <a:t>–</a:t>
            </a:r>
            <a:r>
              <a:rPr spc="-40" dirty="0"/>
              <a:t> </a:t>
            </a:r>
            <a:r>
              <a:rPr spc="-25" dirty="0"/>
              <a:t>Benefits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409700"/>
            <a:ext cx="4901565" cy="18999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6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95" dirty="0">
                <a:latin typeface="Times New Roman"/>
                <a:cs typeface="Times New Roman"/>
              </a:rPr>
              <a:t>I</a:t>
            </a:r>
            <a:r>
              <a:rPr sz="2600" spc="-160" dirty="0">
                <a:latin typeface="Times New Roman"/>
                <a:cs typeface="Times New Roman"/>
              </a:rPr>
              <a:t>mm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45" dirty="0">
                <a:latin typeface="Times New Roman"/>
                <a:cs typeface="Times New Roman"/>
              </a:rPr>
              <a:t>di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-35" dirty="0">
                <a:latin typeface="Times New Roman"/>
                <a:cs typeface="Times New Roman"/>
              </a:rPr>
              <a:t>te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b</a:t>
            </a:r>
            <a:r>
              <a:rPr sz="2600" spc="-165" dirty="0">
                <a:latin typeface="Times New Roman"/>
                <a:cs typeface="Times New Roman"/>
              </a:rPr>
              <a:t>ug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d</a:t>
            </a:r>
            <a:r>
              <a:rPr sz="2600" spc="-105" dirty="0">
                <a:latin typeface="Times New Roman"/>
                <a:cs typeface="Times New Roman"/>
              </a:rPr>
              <a:t>e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e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6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No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int</a:t>
            </a:r>
            <a:r>
              <a:rPr sz="2600" spc="-95" dirty="0">
                <a:latin typeface="Times New Roman"/>
                <a:cs typeface="Times New Roman"/>
              </a:rPr>
              <a:t>e</a:t>
            </a:r>
            <a:r>
              <a:rPr sz="2600" spc="-170" dirty="0">
                <a:latin typeface="Times New Roman"/>
                <a:cs typeface="Times New Roman"/>
              </a:rPr>
              <a:t>g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st</a:t>
            </a:r>
            <a:r>
              <a:rPr sz="2600" spc="-110" dirty="0">
                <a:latin typeface="Times New Roman"/>
                <a:cs typeface="Times New Roman"/>
              </a:rPr>
              <a:t>ep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145" dirty="0">
                <a:latin typeface="Times New Roman"/>
                <a:cs typeface="Times New Roman"/>
              </a:rPr>
              <a:t>i</a:t>
            </a:r>
            <a:r>
              <a:rPr sz="2600" spc="-180" dirty="0">
                <a:latin typeface="Times New Roman"/>
                <a:cs typeface="Times New Roman"/>
              </a:rPr>
              <a:t>f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20" dirty="0">
                <a:latin typeface="Times New Roman"/>
                <a:cs typeface="Times New Roman"/>
              </a:rPr>
              <a:t>c</a:t>
            </a:r>
            <a:r>
              <a:rPr sz="2600" spc="-200" dirty="0">
                <a:latin typeface="Times New Roman"/>
                <a:cs typeface="Times New Roman"/>
              </a:rPr>
              <a:t>y</a:t>
            </a:r>
            <a:r>
              <a:rPr sz="2600" spc="-180" dirty="0">
                <a:latin typeface="Times New Roman"/>
                <a:cs typeface="Times New Roman"/>
              </a:rPr>
              <a:t>c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8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35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d</a:t>
            </a:r>
            <a:r>
              <a:rPr sz="2600" spc="-105" dirty="0">
                <a:latin typeface="Times New Roman"/>
                <a:cs typeface="Times New Roman"/>
              </a:rPr>
              <a:t>epl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250" dirty="0">
                <a:latin typeface="Times New Roman"/>
                <a:cs typeface="Times New Roman"/>
              </a:rPr>
              <a:t>y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80" dirty="0">
                <a:latin typeface="Times New Roman"/>
                <a:cs typeface="Times New Roman"/>
              </a:rPr>
              <a:t>b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syst</a:t>
            </a:r>
            <a:r>
              <a:rPr sz="2600" spc="-155" dirty="0">
                <a:latin typeface="Times New Roman"/>
                <a:cs typeface="Times New Roman"/>
              </a:rPr>
              <a:t>em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65" dirty="0">
                <a:latin typeface="Times New Roman"/>
                <a:cs typeface="Times New Roman"/>
              </a:rPr>
              <a:t>n</a:t>
            </a:r>
            <a:r>
              <a:rPr sz="2600" spc="-220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g</a:t>
            </a:r>
            <a:r>
              <a:rPr sz="2600" spc="-125" dirty="0">
                <a:latin typeface="Times New Roman"/>
                <a:cs typeface="Times New Roman"/>
              </a:rPr>
              <a:t>i</a:t>
            </a:r>
            <a:r>
              <a:rPr sz="2600" spc="-280" dirty="0">
                <a:latin typeface="Times New Roman"/>
                <a:cs typeface="Times New Roman"/>
              </a:rPr>
              <a:t>v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point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8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9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e</a:t>
            </a:r>
            <a:r>
              <a:rPr sz="2600" spc="-275" dirty="0">
                <a:latin typeface="Times New Roman"/>
                <a:cs typeface="Times New Roman"/>
              </a:rPr>
              <a:t>v</a:t>
            </a:r>
            <a:r>
              <a:rPr sz="2600" spc="-105" dirty="0">
                <a:latin typeface="Times New Roman"/>
                <a:cs typeface="Times New Roman"/>
              </a:rPr>
              <a:t>ol</a:t>
            </a:r>
            <a:r>
              <a:rPr sz="2600" spc="-85" dirty="0">
                <a:latin typeface="Times New Roman"/>
                <a:cs typeface="Times New Roman"/>
              </a:rPr>
              <a:t>ution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oj</a:t>
            </a:r>
            <a:r>
              <a:rPr sz="2600" spc="-130" dirty="0">
                <a:latin typeface="Times New Roman"/>
                <a:cs typeface="Times New Roman"/>
              </a:rPr>
              <a:t>e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29394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CI</a:t>
            </a:r>
            <a:r>
              <a:rPr spc="-25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spc="-10" dirty="0"/>
              <a:t>The</a:t>
            </a:r>
            <a:r>
              <a:rPr spc="-25" dirty="0"/>
              <a:t> </a:t>
            </a:r>
            <a:r>
              <a:rPr spc="-50" dirty="0"/>
              <a:t>tools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432666"/>
            <a:ext cx="4392295" cy="3521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8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0" dirty="0">
                <a:latin typeface="Times New Roman"/>
                <a:cs typeface="Times New Roman"/>
              </a:rPr>
              <a:t>C</a:t>
            </a:r>
            <a:r>
              <a:rPr sz="2600" spc="-110" dirty="0">
                <a:latin typeface="Times New Roman"/>
                <a:cs typeface="Times New Roman"/>
              </a:rPr>
              <a:t>ode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90" dirty="0">
                <a:latin typeface="Times New Roman"/>
                <a:cs typeface="Times New Roman"/>
              </a:rPr>
              <a:t>posito</a:t>
            </a:r>
            <a:r>
              <a:rPr sz="2600" spc="-25" dirty="0">
                <a:latin typeface="Times New Roman"/>
                <a:cs typeface="Times New Roman"/>
              </a:rPr>
              <a:t>r</a:t>
            </a:r>
            <a:r>
              <a:rPr sz="2600" spc="-90" dirty="0">
                <a:latin typeface="Times New Roman"/>
                <a:cs typeface="Times New Roman"/>
              </a:rPr>
              <a:t>i</a:t>
            </a:r>
            <a:r>
              <a:rPr sz="2600" spc="-145" dirty="0">
                <a:latin typeface="Times New Roman"/>
                <a:cs typeface="Times New Roman"/>
              </a:rPr>
              <a:t>e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35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325" dirty="0">
                <a:latin typeface="Times New Roman"/>
                <a:cs typeface="Times New Roman"/>
              </a:rPr>
              <a:t>SV</a:t>
            </a:r>
            <a:r>
              <a:rPr sz="2400" spc="-280" dirty="0">
                <a:latin typeface="Times New Roman"/>
                <a:cs typeface="Times New Roman"/>
              </a:rPr>
              <a:t>N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254" dirty="0">
                <a:latin typeface="Times New Roman"/>
                <a:cs typeface="Times New Roman"/>
              </a:rPr>
              <a:t>M</a:t>
            </a:r>
            <a:r>
              <a:rPr sz="2400" spc="-130" dirty="0">
                <a:latin typeface="Times New Roman"/>
                <a:cs typeface="Times New Roman"/>
              </a:rPr>
              <a:t>e</a:t>
            </a: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400" spc="-145" dirty="0">
                <a:latin typeface="Times New Roman"/>
                <a:cs typeface="Times New Roman"/>
              </a:rPr>
              <a:t>c</a:t>
            </a:r>
            <a:r>
              <a:rPr sz="2400" spc="-45" dirty="0">
                <a:latin typeface="Times New Roman"/>
                <a:cs typeface="Times New Roman"/>
              </a:rPr>
              <a:t>u</a:t>
            </a: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400" spc="-155" dirty="0">
                <a:latin typeface="Times New Roman"/>
                <a:cs typeface="Times New Roman"/>
              </a:rPr>
              <a:t>ia</a:t>
            </a:r>
            <a:r>
              <a:rPr sz="2400" spc="-100" dirty="0">
                <a:latin typeface="Times New Roman"/>
                <a:cs typeface="Times New Roman"/>
              </a:rPr>
              <a:t>l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60" dirty="0">
                <a:latin typeface="Times New Roman"/>
                <a:cs typeface="Times New Roman"/>
              </a:rPr>
              <a:t> G</a:t>
            </a:r>
            <a:r>
              <a:rPr sz="2400" spc="-45" dirty="0">
                <a:latin typeface="Times New Roman"/>
                <a:cs typeface="Times New Roman"/>
              </a:rPr>
              <a:t>it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3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0" dirty="0">
                <a:latin typeface="Times New Roman"/>
                <a:cs typeface="Times New Roman"/>
              </a:rPr>
              <a:t>C</a:t>
            </a:r>
            <a:r>
              <a:rPr sz="2600" spc="-105" dirty="0">
                <a:latin typeface="Times New Roman"/>
                <a:cs typeface="Times New Roman"/>
              </a:rPr>
              <a:t>ontinuous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9" dirty="0">
                <a:latin typeface="Times New Roman"/>
                <a:cs typeface="Times New Roman"/>
              </a:rPr>
              <a:t>B</a:t>
            </a:r>
            <a:r>
              <a:rPr sz="2600" spc="-114" dirty="0">
                <a:latin typeface="Times New Roman"/>
                <a:cs typeface="Times New Roman"/>
              </a:rPr>
              <a:t>uil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Syst</a:t>
            </a:r>
            <a:r>
              <a:rPr sz="2600" spc="-180" dirty="0">
                <a:latin typeface="Times New Roman"/>
                <a:cs typeface="Times New Roman"/>
              </a:rPr>
              <a:t>e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37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b="1" spc="-350" dirty="0">
                <a:latin typeface="Times New Roman"/>
                <a:cs typeface="Times New Roman"/>
              </a:rPr>
              <a:t>J</a:t>
            </a:r>
            <a:r>
              <a:rPr sz="2400" b="1" spc="55" dirty="0">
                <a:latin typeface="Times New Roman"/>
                <a:cs typeface="Times New Roman"/>
              </a:rPr>
              <a:t>e</a:t>
            </a:r>
            <a:r>
              <a:rPr sz="2400" b="1" spc="5" dirty="0">
                <a:latin typeface="Times New Roman"/>
                <a:cs typeface="Times New Roman"/>
              </a:rPr>
              <a:t>nkin</a:t>
            </a:r>
            <a:r>
              <a:rPr sz="2400" b="1" spc="-5" dirty="0">
                <a:latin typeface="Times New Roman"/>
                <a:cs typeface="Times New Roman"/>
              </a:rPr>
              <a:t>s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380" dirty="0">
                <a:latin typeface="Times New Roman"/>
                <a:cs typeface="Times New Roman"/>
              </a:rPr>
              <a:t>B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150" dirty="0">
                <a:latin typeface="Times New Roman"/>
                <a:cs typeface="Times New Roman"/>
              </a:rPr>
              <a:t>m</a:t>
            </a:r>
            <a:r>
              <a:rPr sz="2400" spc="-130" dirty="0">
                <a:latin typeface="Times New Roman"/>
                <a:cs typeface="Times New Roman"/>
              </a:rPr>
              <a:t>b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55" dirty="0">
                <a:latin typeface="Times New Roman"/>
                <a:cs typeface="Times New Roman"/>
              </a:rPr>
              <a:t>o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C</a:t>
            </a:r>
            <a:r>
              <a:rPr sz="2400" spc="80" dirty="0">
                <a:latin typeface="Times New Roman"/>
                <a:cs typeface="Times New Roman"/>
              </a:rPr>
              <a:t>r</a:t>
            </a:r>
            <a:r>
              <a:rPr sz="2400" spc="-125" dirty="0">
                <a:latin typeface="Times New Roman"/>
                <a:cs typeface="Times New Roman"/>
              </a:rPr>
              <a:t>uise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C</a:t>
            </a:r>
            <a:r>
              <a:rPr sz="2400" spc="-40" dirty="0">
                <a:latin typeface="Times New Roman"/>
                <a:cs typeface="Times New Roman"/>
              </a:rPr>
              <a:t>ont</a:t>
            </a:r>
            <a:r>
              <a:rPr sz="2400" spc="-55" dirty="0">
                <a:latin typeface="Times New Roman"/>
                <a:cs typeface="Times New Roman"/>
              </a:rPr>
              <a:t>r</a:t>
            </a:r>
            <a:r>
              <a:rPr sz="2400" spc="-100" dirty="0">
                <a:latin typeface="Times New Roman"/>
                <a:cs typeface="Times New Roman"/>
              </a:rPr>
              <a:t>ol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3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465" dirty="0">
                <a:latin typeface="Times New Roman"/>
                <a:cs typeface="Times New Roman"/>
              </a:rPr>
              <a:t>T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st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Fr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140" dirty="0">
                <a:latin typeface="Times New Roman"/>
                <a:cs typeface="Times New Roman"/>
              </a:rPr>
              <a:t>e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180" dirty="0">
                <a:latin typeface="Times New Roman"/>
                <a:cs typeface="Times New Roman"/>
              </a:rPr>
              <a:t>ks</a:t>
            </a:r>
            <a:endParaRPr sz="26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37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65" dirty="0">
                <a:latin typeface="Times New Roman"/>
                <a:cs typeface="Times New Roman"/>
              </a:rPr>
              <a:t>J</a:t>
            </a:r>
            <a:r>
              <a:rPr sz="2400" spc="-60" dirty="0">
                <a:latin typeface="Times New Roman"/>
                <a:cs typeface="Times New Roman"/>
              </a:rPr>
              <a:t>Unit,C</a:t>
            </a:r>
            <a:r>
              <a:rPr sz="2400" spc="-130" dirty="0">
                <a:latin typeface="Times New Roman"/>
                <a:cs typeface="Times New Roman"/>
              </a:rPr>
              <a:t>u</a:t>
            </a:r>
            <a:r>
              <a:rPr sz="2400" spc="-120" dirty="0">
                <a:latin typeface="Times New Roman"/>
                <a:cs typeface="Times New Roman"/>
              </a:rPr>
              <a:t>c</a:t>
            </a:r>
            <a:r>
              <a:rPr sz="2400" spc="-125" dirty="0">
                <a:latin typeface="Times New Roman"/>
                <a:cs typeface="Times New Roman"/>
              </a:rPr>
              <a:t>um</a:t>
            </a:r>
            <a:r>
              <a:rPr sz="2400" spc="-130" dirty="0">
                <a:latin typeface="Times New Roman"/>
                <a:cs typeface="Times New Roman"/>
              </a:rPr>
              <a:t>b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195" dirty="0">
                <a:latin typeface="Times New Roman"/>
                <a:cs typeface="Times New Roman"/>
              </a:rPr>
              <a:t>r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C</a:t>
            </a:r>
            <a:r>
              <a:rPr sz="2400" spc="-90" dirty="0">
                <a:latin typeface="Times New Roman"/>
                <a:cs typeface="Times New Roman"/>
              </a:rPr>
              <a:t>ppUnit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3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40" dirty="0">
                <a:latin typeface="Times New Roman"/>
                <a:cs typeface="Times New Roman"/>
              </a:rPr>
              <a:t>A</a:t>
            </a:r>
            <a:r>
              <a:rPr sz="2600" spc="114" dirty="0">
                <a:latin typeface="Times New Roman"/>
                <a:cs typeface="Times New Roman"/>
              </a:rPr>
              <a:t>r</a:t>
            </a:r>
            <a:r>
              <a:rPr sz="2600" spc="-90" dirty="0">
                <a:latin typeface="Times New Roman"/>
                <a:cs typeface="Times New Roman"/>
              </a:rPr>
              <a:t>ti</a:t>
            </a:r>
            <a:r>
              <a:rPr sz="2600" spc="-125" dirty="0">
                <a:latin typeface="Times New Roman"/>
                <a:cs typeface="Times New Roman"/>
              </a:rPr>
              <a:t>f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90" dirty="0">
                <a:latin typeface="Times New Roman"/>
                <a:cs typeface="Times New Roman"/>
              </a:rPr>
              <a:t>posito</a:t>
            </a:r>
            <a:r>
              <a:rPr sz="2600" spc="-25" dirty="0">
                <a:latin typeface="Times New Roman"/>
                <a:cs typeface="Times New Roman"/>
              </a:rPr>
              <a:t>r</a:t>
            </a:r>
            <a:r>
              <a:rPr sz="2600" spc="-90" dirty="0">
                <a:latin typeface="Times New Roman"/>
                <a:cs typeface="Times New Roman"/>
              </a:rPr>
              <a:t>i</a:t>
            </a:r>
            <a:r>
              <a:rPr sz="2600" spc="-145" dirty="0">
                <a:latin typeface="Times New Roman"/>
                <a:cs typeface="Times New Roman"/>
              </a:rPr>
              <a:t>e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37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40" dirty="0">
                <a:latin typeface="Times New Roman"/>
                <a:cs typeface="Times New Roman"/>
              </a:rPr>
              <a:t>N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xus,</a:t>
            </a:r>
            <a:r>
              <a:rPr sz="2400" spc="-340" dirty="0">
                <a:latin typeface="Times New Roman"/>
                <a:cs typeface="Times New Roman"/>
              </a:rPr>
              <a:t> </a:t>
            </a: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105" dirty="0">
                <a:latin typeface="Times New Roman"/>
                <a:cs typeface="Times New Roman"/>
              </a:rPr>
              <a:t>r</a:t>
            </a:r>
            <a:r>
              <a:rPr sz="2400" spc="-85" dirty="0">
                <a:latin typeface="Times New Roman"/>
                <a:cs typeface="Times New Roman"/>
              </a:rPr>
              <a:t>ti</a:t>
            </a:r>
            <a:r>
              <a:rPr sz="2400" spc="-114" dirty="0">
                <a:latin typeface="Times New Roman"/>
                <a:cs typeface="Times New Roman"/>
              </a:rPr>
              <a:t>f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145" dirty="0">
                <a:latin typeface="Times New Roman"/>
                <a:cs typeface="Times New Roman"/>
              </a:rPr>
              <a:t>c</a:t>
            </a:r>
            <a:r>
              <a:rPr sz="2400" spc="-15" dirty="0">
                <a:latin typeface="Times New Roman"/>
                <a:cs typeface="Times New Roman"/>
              </a:rPr>
              <a:t>to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445" dirty="0">
                <a:latin typeface="Times New Roman"/>
                <a:cs typeface="Times New Roman"/>
              </a:rPr>
              <a:t>y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340" dirty="0">
                <a:latin typeface="Times New Roman"/>
                <a:cs typeface="Times New Roman"/>
              </a:rPr>
              <a:t> </a:t>
            </a: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400" spc="-100" dirty="0">
                <a:latin typeface="Times New Roman"/>
                <a:cs typeface="Times New Roman"/>
              </a:rPr>
              <a:t>c</a:t>
            </a:r>
            <a:r>
              <a:rPr sz="2400" spc="-145" dirty="0">
                <a:latin typeface="Times New Roman"/>
                <a:cs typeface="Times New Roman"/>
              </a:rPr>
              <a:t>hi</a:t>
            </a:r>
            <a:r>
              <a:rPr sz="2400" spc="-225" dirty="0">
                <a:latin typeface="Times New Roman"/>
                <a:cs typeface="Times New Roman"/>
              </a:rPr>
              <a:t>v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163766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</a:t>
            </a:r>
            <a:r>
              <a:rPr spc="-20" dirty="0"/>
              <a:t>e</a:t>
            </a:r>
            <a:r>
              <a:rPr spc="-65" dirty="0"/>
              <a:t>nki</a:t>
            </a:r>
            <a:r>
              <a:rPr spc="20" dirty="0"/>
              <a:t>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83940" y="1409700"/>
            <a:ext cx="4912360" cy="43891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6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409" dirty="0">
                <a:latin typeface="Times New Roman"/>
                <a:cs typeface="Times New Roman"/>
              </a:rPr>
              <a:t>B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40" dirty="0">
                <a:latin typeface="Times New Roman"/>
                <a:cs typeface="Times New Roman"/>
              </a:rPr>
              <a:t>n</a:t>
            </a:r>
            <a:r>
              <a:rPr sz="2600" spc="-75" dirty="0">
                <a:latin typeface="Times New Roman"/>
                <a:cs typeface="Times New Roman"/>
              </a:rPr>
              <a:t>c</a:t>
            </a:r>
            <a:r>
              <a:rPr sz="2600" spc="-140" dirty="0">
                <a:latin typeface="Times New Roman"/>
                <a:cs typeface="Times New Roman"/>
              </a:rPr>
              <a:t>h</a:t>
            </a:r>
            <a:r>
              <a:rPr sz="2600" spc="-130" dirty="0">
                <a:latin typeface="Times New Roman"/>
                <a:cs typeface="Times New Roman"/>
              </a:rPr>
              <a:t>e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f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35" dirty="0">
                <a:latin typeface="Times New Roman"/>
                <a:cs typeface="Times New Roman"/>
              </a:rPr>
              <a:t>om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Hudson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6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29" dirty="0">
                <a:latin typeface="Times New Roman"/>
                <a:cs typeface="Times New Roman"/>
              </a:rPr>
              <a:t>J</a:t>
            </a:r>
            <a:r>
              <a:rPr sz="2600" spc="-285" dirty="0">
                <a:latin typeface="Times New Roman"/>
                <a:cs typeface="Times New Roman"/>
              </a:rPr>
              <a:t>a</a:t>
            </a:r>
            <a:r>
              <a:rPr sz="2600" spc="-260" dirty="0">
                <a:latin typeface="Times New Roman"/>
                <a:cs typeface="Times New Roman"/>
              </a:rPr>
              <a:t>v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b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40" dirty="0">
                <a:latin typeface="Times New Roman"/>
                <a:cs typeface="Times New Roman"/>
              </a:rPr>
              <a:t>s</a:t>
            </a:r>
            <a:r>
              <a:rPr sz="2600" spc="-165" dirty="0">
                <a:latin typeface="Times New Roman"/>
                <a:cs typeface="Times New Roman"/>
              </a:rPr>
              <a:t>e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C</a:t>
            </a:r>
            <a:r>
              <a:rPr sz="2600" spc="-105" dirty="0">
                <a:latin typeface="Times New Roman"/>
                <a:cs typeface="Times New Roman"/>
              </a:rPr>
              <a:t>ontinuous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9" dirty="0">
                <a:latin typeface="Times New Roman"/>
                <a:cs typeface="Times New Roman"/>
              </a:rPr>
              <a:t>B</a:t>
            </a:r>
            <a:r>
              <a:rPr sz="2600" spc="-114" dirty="0">
                <a:latin typeface="Times New Roman"/>
                <a:cs typeface="Times New Roman"/>
              </a:rPr>
              <a:t>uil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Syst</a:t>
            </a:r>
            <a:r>
              <a:rPr sz="2600" spc="-180" dirty="0">
                <a:latin typeface="Times New Roman"/>
                <a:cs typeface="Times New Roman"/>
              </a:rPr>
              <a:t>e</a:t>
            </a:r>
            <a:r>
              <a:rPr sz="2600" spc="-155" dirty="0">
                <a:latin typeface="Times New Roman"/>
                <a:cs typeface="Times New Roman"/>
              </a:rPr>
              <a:t>m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8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95" dirty="0">
                <a:latin typeface="Times New Roman"/>
                <a:cs typeface="Times New Roman"/>
              </a:rPr>
              <a:t>R</a:t>
            </a:r>
            <a:r>
              <a:rPr sz="2600" spc="-140" dirty="0">
                <a:latin typeface="Times New Roman"/>
                <a:cs typeface="Times New Roman"/>
              </a:rPr>
              <a:t>uns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</a:t>
            </a:r>
            <a:r>
              <a:rPr sz="2600" spc="-165" dirty="0">
                <a:latin typeface="Times New Roman"/>
                <a:cs typeface="Times New Roman"/>
              </a:rPr>
              <a:t>e</a:t>
            </a:r>
            <a:r>
              <a:rPr sz="2600" spc="125" dirty="0">
                <a:latin typeface="Times New Roman"/>
                <a:cs typeface="Times New Roman"/>
              </a:rPr>
              <a:t>r</a:t>
            </a:r>
            <a:r>
              <a:rPr sz="2600" spc="-160" dirty="0">
                <a:latin typeface="Times New Roman"/>
                <a:cs typeface="Times New Roman"/>
              </a:rPr>
              <a:t>vl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00" dirty="0">
                <a:latin typeface="Times New Roman"/>
                <a:cs typeface="Times New Roman"/>
              </a:rPr>
              <a:t>onta</a:t>
            </a:r>
            <a:r>
              <a:rPr sz="2600" spc="-110" dirty="0">
                <a:latin typeface="Times New Roman"/>
                <a:cs typeface="Times New Roman"/>
              </a:rPr>
              <a:t>in</a:t>
            </a:r>
            <a:r>
              <a:rPr sz="2600" spc="-130" dirty="0">
                <a:latin typeface="Times New Roman"/>
                <a:cs typeface="Times New Roman"/>
              </a:rPr>
              <a:t>e</a:t>
            </a:r>
            <a:r>
              <a:rPr sz="2600" spc="25" dirty="0"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37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60" dirty="0">
                <a:latin typeface="Times New Roman"/>
                <a:cs typeface="Times New Roman"/>
              </a:rPr>
              <a:t>G</a:t>
            </a:r>
            <a:r>
              <a:rPr sz="2400" spc="-100" dirty="0">
                <a:latin typeface="Times New Roman"/>
                <a:cs typeface="Times New Roman"/>
              </a:rPr>
              <a:t>l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190" dirty="0">
                <a:latin typeface="Times New Roman"/>
                <a:cs typeface="Times New Roman"/>
              </a:rPr>
              <a:t>ss</a:t>
            </a:r>
            <a:r>
              <a:rPr sz="2400" spc="-170" dirty="0">
                <a:latin typeface="Times New Roman"/>
                <a:cs typeface="Times New Roman"/>
              </a:rPr>
              <a:t>f</a:t>
            </a:r>
            <a:r>
              <a:rPr sz="2400" spc="-90" dirty="0">
                <a:latin typeface="Times New Roman"/>
                <a:cs typeface="Times New Roman"/>
              </a:rPr>
              <a:t>ish,</a:t>
            </a:r>
            <a:r>
              <a:rPr sz="2400" spc="-445" dirty="0">
                <a:latin typeface="Times New Roman"/>
                <a:cs typeface="Times New Roman"/>
              </a:rPr>
              <a:t> </a:t>
            </a:r>
            <a:r>
              <a:rPr sz="2400" spc="-430" dirty="0">
                <a:latin typeface="Times New Roman"/>
                <a:cs typeface="Times New Roman"/>
              </a:rPr>
              <a:t>T</a:t>
            </a:r>
            <a:r>
              <a:rPr sz="2400" spc="-125" dirty="0">
                <a:latin typeface="Times New Roman"/>
                <a:cs typeface="Times New Roman"/>
              </a:rPr>
              <a:t>om</a:t>
            </a:r>
            <a:r>
              <a:rPr sz="2400" spc="-145" dirty="0">
                <a:latin typeface="Times New Roman"/>
                <a:cs typeface="Times New Roman"/>
              </a:rPr>
              <a:t>c</a:t>
            </a:r>
            <a:r>
              <a:rPr sz="2400" spc="-215" dirty="0">
                <a:latin typeface="Times New Roman"/>
                <a:cs typeface="Times New Roman"/>
              </a:rPr>
              <a:t>a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3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0" dirty="0">
                <a:latin typeface="Times New Roman"/>
                <a:cs typeface="Times New Roman"/>
              </a:rPr>
              <a:t>Suppo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e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b</a:t>
            </a:r>
            <a:r>
              <a:rPr sz="2600" spc="-220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275" dirty="0">
                <a:latin typeface="Times New Roman"/>
                <a:cs typeface="Times New Roman"/>
              </a:rPr>
              <a:t>v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25" dirty="0">
                <a:latin typeface="Times New Roman"/>
                <a:cs typeface="Times New Roman"/>
              </a:rPr>
              <a:t>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400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pl</a:t>
            </a:r>
            <a:r>
              <a:rPr sz="2600" spc="-165" dirty="0">
                <a:latin typeface="Times New Roman"/>
                <a:cs typeface="Times New Roman"/>
              </a:rPr>
              <a:t>u</a:t>
            </a:r>
            <a:r>
              <a:rPr sz="2600" spc="-114" dirty="0">
                <a:latin typeface="Times New Roman"/>
                <a:cs typeface="Times New Roman"/>
              </a:rPr>
              <a:t>g</a:t>
            </a:r>
            <a:r>
              <a:rPr sz="2600" spc="-145" dirty="0">
                <a:latin typeface="Times New Roman"/>
                <a:cs typeface="Times New Roman"/>
              </a:rPr>
              <a:t>ins</a:t>
            </a:r>
            <a:endParaRPr sz="2600">
              <a:latin typeface="Times New Roman"/>
              <a:cs typeface="Times New Roman"/>
            </a:endParaRPr>
          </a:p>
          <a:p>
            <a:pPr marL="558800" marR="5080" lvl="1" indent="-228600">
              <a:lnSpc>
                <a:spcPct val="101200"/>
              </a:lnSpc>
              <a:spcBef>
                <a:spcPts val="335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65" dirty="0">
                <a:latin typeface="Times New Roman"/>
                <a:cs typeface="Times New Roman"/>
              </a:rPr>
              <a:t>SCM,</a:t>
            </a:r>
            <a:r>
              <a:rPr sz="2400" spc="-44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Testing,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Notifications,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Reporting,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105" dirty="0">
                <a:latin typeface="Times New Roman"/>
                <a:cs typeface="Times New Roman"/>
              </a:rPr>
              <a:t>r</a:t>
            </a:r>
            <a:r>
              <a:rPr sz="2400" spc="-85" dirty="0">
                <a:latin typeface="Times New Roman"/>
                <a:cs typeface="Times New Roman"/>
              </a:rPr>
              <a:t>ti</a:t>
            </a:r>
            <a:r>
              <a:rPr sz="2400" spc="-114" dirty="0">
                <a:latin typeface="Times New Roman"/>
                <a:cs typeface="Times New Roman"/>
              </a:rPr>
              <a:t>f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145" dirty="0">
                <a:latin typeface="Times New Roman"/>
                <a:cs typeface="Times New Roman"/>
              </a:rPr>
              <a:t>c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95" dirty="0">
                <a:latin typeface="Times New Roman"/>
                <a:cs typeface="Times New Roman"/>
              </a:rPr>
              <a:t>S</a:t>
            </a:r>
            <a:r>
              <a:rPr sz="2400" spc="-310" dirty="0">
                <a:latin typeface="Times New Roman"/>
                <a:cs typeface="Times New Roman"/>
              </a:rPr>
              <a:t>a</a:t>
            </a:r>
            <a:r>
              <a:rPr sz="2400" spc="-150" dirty="0">
                <a:latin typeface="Times New Roman"/>
                <a:cs typeface="Times New Roman"/>
              </a:rPr>
              <a:t>vin</a:t>
            </a:r>
            <a:r>
              <a:rPr sz="2400" spc="-215" dirty="0">
                <a:latin typeface="Times New Roman"/>
                <a:cs typeface="Times New Roman"/>
              </a:rPr>
              <a:t>g</a:t>
            </a:r>
            <a:r>
              <a:rPr sz="2400" spc="254" dirty="0">
                <a:latin typeface="Times New Roman"/>
                <a:cs typeface="Times New Roman"/>
              </a:rPr>
              <a:t>,</a:t>
            </a:r>
            <a:r>
              <a:rPr sz="2400" spc="-285" dirty="0">
                <a:latin typeface="Times New Roman"/>
                <a:cs typeface="Times New Roman"/>
              </a:rPr>
              <a:t>T</a:t>
            </a:r>
            <a:r>
              <a:rPr sz="2400" spc="70" dirty="0">
                <a:latin typeface="Times New Roman"/>
                <a:cs typeface="Times New Roman"/>
              </a:rPr>
              <a:t>r</a:t>
            </a:r>
            <a:r>
              <a:rPr sz="2400" spc="-155" dirty="0">
                <a:latin typeface="Times New Roman"/>
                <a:cs typeface="Times New Roman"/>
              </a:rPr>
              <a:t>igg</a:t>
            </a:r>
            <a:r>
              <a:rPr sz="2400" spc="-165" dirty="0">
                <a:latin typeface="Times New Roman"/>
                <a:cs typeface="Times New Roman"/>
              </a:rPr>
              <a:t>e</a:t>
            </a:r>
            <a:r>
              <a:rPr sz="2400" spc="70" dirty="0">
                <a:latin typeface="Times New Roman"/>
                <a:cs typeface="Times New Roman"/>
              </a:rPr>
              <a:t>r</a:t>
            </a:r>
            <a:r>
              <a:rPr sz="2400" spc="-45" dirty="0">
                <a:latin typeface="Times New Roman"/>
                <a:cs typeface="Times New Roman"/>
              </a:rPr>
              <a:t>s,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245" dirty="0">
                <a:latin typeface="Times New Roman"/>
                <a:cs typeface="Times New Roman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xt</a:t>
            </a:r>
            <a:r>
              <a:rPr sz="2400" spc="-65" dirty="0">
                <a:latin typeface="Times New Roman"/>
                <a:cs typeface="Times New Roman"/>
              </a:rPr>
              <a:t>e</a:t>
            </a:r>
            <a:r>
              <a:rPr sz="2400" spc="95" dirty="0">
                <a:latin typeface="Times New Roman"/>
                <a:cs typeface="Times New Roman"/>
              </a:rPr>
              <a:t>r</a:t>
            </a:r>
            <a:r>
              <a:rPr sz="2400" spc="-145" dirty="0">
                <a:latin typeface="Times New Roman"/>
                <a:cs typeface="Times New Roman"/>
              </a:rPr>
              <a:t>na</a:t>
            </a:r>
            <a:r>
              <a:rPr sz="2400" spc="-85" dirty="0">
                <a:latin typeface="Times New Roman"/>
                <a:cs typeface="Times New Roman"/>
              </a:rPr>
              <a:t>l  </a:t>
            </a:r>
            <a:r>
              <a:rPr sz="2400" spc="-90" dirty="0">
                <a:latin typeface="Times New Roman"/>
                <a:cs typeface="Times New Roman"/>
              </a:rPr>
              <a:t>Integration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0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5" dirty="0">
                <a:latin typeface="Times New Roman"/>
                <a:cs typeface="Times New Roman"/>
              </a:rPr>
              <a:t>Und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25" dirty="0">
                <a:latin typeface="Times New Roman"/>
                <a:cs typeface="Times New Roman"/>
              </a:rPr>
              <a:t>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d</a:t>
            </a:r>
            <a:r>
              <a:rPr sz="2600" spc="-145" dirty="0">
                <a:latin typeface="Times New Roman"/>
                <a:cs typeface="Times New Roman"/>
              </a:rPr>
              <a:t>e</a:t>
            </a:r>
            <a:r>
              <a:rPr sz="2600" spc="-275" dirty="0">
                <a:latin typeface="Times New Roman"/>
                <a:cs typeface="Times New Roman"/>
              </a:rPr>
              <a:t>v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125" dirty="0">
                <a:latin typeface="Times New Roman"/>
                <a:cs typeface="Times New Roman"/>
              </a:rPr>
              <a:t>opm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40" dirty="0">
                <a:latin typeface="Times New Roman"/>
                <a:cs typeface="Times New Roman"/>
              </a:rPr>
              <a:t>nt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sin</a:t>
            </a:r>
            <a:r>
              <a:rPr sz="2600" spc="-170" dirty="0">
                <a:latin typeface="Times New Roman"/>
                <a:cs typeface="Times New Roman"/>
              </a:rPr>
              <a:t>c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2005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8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u="heavy" spc="5" dirty="0">
                <a:solidFill>
                  <a:srgbClr val="CC9900"/>
                </a:solidFill>
                <a:uFill>
                  <a:solidFill>
                    <a:srgbClr val="D6A800"/>
                  </a:solidFill>
                </a:uFill>
                <a:latin typeface="Times New Roman"/>
                <a:cs typeface="Times New Roman"/>
                <a:hlinkClick r:id="rId2"/>
              </a:rPr>
              <a:t>http://jenkins-ci.org/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282" y="1447801"/>
            <a:ext cx="2275316" cy="26705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35032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Jenkins</a:t>
            </a:r>
            <a:r>
              <a:rPr spc="-30" dirty="0"/>
              <a:t> </a:t>
            </a:r>
            <a:r>
              <a:rPr spc="35" dirty="0"/>
              <a:t>-</a:t>
            </a:r>
            <a:r>
              <a:rPr spc="-25" dirty="0"/>
              <a:t> </a:t>
            </a:r>
            <a:r>
              <a:rPr spc="-30" dirty="0"/>
              <a:t>History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480820"/>
            <a:ext cx="7270115" cy="24739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279400" marR="103505" indent="-266700">
              <a:lnSpc>
                <a:spcPts val="3100"/>
              </a:lnSpc>
              <a:spcBef>
                <a:spcPts val="219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0" dirty="0">
                <a:latin typeface="Times New Roman"/>
                <a:cs typeface="Times New Roman"/>
              </a:rPr>
              <a:t>2005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-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Hudson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w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f</a:t>
            </a:r>
            <a:r>
              <a:rPr sz="2600" spc="-45" dirty="0">
                <a:latin typeface="Times New Roman"/>
                <a:cs typeface="Times New Roman"/>
              </a:rPr>
              <a:t>i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85" dirty="0">
                <a:latin typeface="Times New Roman"/>
                <a:cs typeface="Times New Roman"/>
              </a:rPr>
              <a:t>st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50" dirty="0">
                <a:latin typeface="Times New Roman"/>
                <a:cs typeface="Times New Roman"/>
              </a:rPr>
              <a:t>se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b</a:t>
            </a:r>
            <a:r>
              <a:rPr sz="2600" spc="-220" dirty="0">
                <a:latin typeface="Times New Roman"/>
                <a:cs typeface="Times New Roman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45" dirty="0">
                <a:latin typeface="Times New Roman"/>
                <a:cs typeface="Times New Roman"/>
              </a:rPr>
              <a:t>K</a:t>
            </a:r>
            <a:r>
              <a:rPr sz="2600" spc="-150" dirty="0">
                <a:latin typeface="Times New Roman"/>
                <a:cs typeface="Times New Roman"/>
              </a:rPr>
              <a:t>ohsu</a:t>
            </a:r>
            <a:r>
              <a:rPr sz="2600" spc="-195" dirty="0">
                <a:latin typeface="Times New Roman"/>
                <a:cs typeface="Times New Roman"/>
              </a:rPr>
              <a:t>k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85" dirty="0">
                <a:latin typeface="Times New Roman"/>
                <a:cs typeface="Times New Roman"/>
              </a:rPr>
              <a:t>K</a:t>
            </a:r>
            <a:r>
              <a:rPr sz="2600" spc="-300" dirty="0">
                <a:latin typeface="Times New Roman"/>
                <a:cs typeface="Times New Roman"/>
              </a:rPr>
              <a:t>a</a:t>
            </a:r>
            <a:r>
              <a:rPr sz="2600" spc="-175" dirty="0">
                <a:latin typeface="Times New Roman"/>
                <a:cs typeface="Times New Roman"/>
              </a:rPr>
              <a:t>w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70" dirty="0">
                <a:latin typeface="Times New Roman"/>
                <a:cs typeface="Times New Roman"/>
              </a:rPr>
              <a:t>gu</a:t>
            </a:r>
            <a:r>
              <a:rPr sz="2600" spc="-100" dirty="0">
                <a:latin typeface="Times New Roman"/>
                <a:cs typeface="Times New Roman"/>
              </a:rPr>
              <a:t>c</a:t>
            </a:r>
            <a:r>
              <a:rPr sz="2600" spc="-145" dirty="0">
                <a:latin typeface="Times New Roman"/>
                <a:cs typeface="Times New Roman"/>
              </a:rPr>
              <a:t>hi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of  </a:t>
            </a:r>
            <a:r>
              <a:rPr sz="2600" spc="-195" dirty="0">
                <a:latin typeface="Times New Roman"/>
                <a:cs typeface="Times New Roman"/>
              </a:rPr>
              <a:t>Sun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Mi</a:t>
            </a:r>
            <a:r>
              <a:rPr sz="2600" spc="-17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30" dirty="0">
                <a:latin typeface="Times New Roman"/>
                <a:cs typeface="Times New Roman"/>
              </a:rPr>
              <a:t>osyst</a:t>
            </a:r>
            <a:r>
              <a:rPr sz="2600" spc="-145" dirty="0">
                <a:latin typeface="Times New Roman"/>
                <a:cs typeface="Times New Roman"/>
              </a:rPr>
              <a:t>e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459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0" dirty="0">
                <a:latin typeface="Times New Roman"/>
                <a:cs typeface="Times New Roman"/>
              </a:rPr>
              <a:t>2010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Or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b</a:t>
            </a:r>
            <a:r>
              <a:rPr sz="2600" spc="-114" dirty="0">
                <a:latin typeface="Times New Roman"/>
                <a:cs typeface="Times New Roman"/>
              </a:rPr>
              <a:t>ought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Sun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Mi</a:t>
            </a:r>
            <a:r>
              <a:rPr sz="2600" spc="-17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30" dirty="0">
                <a:latin typeface="Times New Roman"/>
                <a:cs typeface="Times New Roman"/>
              </a:rPr>
              <a:t>osyst</a:t>
            </a:r>
            <a:r>
              <a:rPr sz="2600" spc="-145" dirty="0">
                <a:latin typeface="Times New Roman"/>
                <a:cs typeface="Times New Roman"/>
              </a:rPr>
              <a:t>e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37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10" dirty="0">
                <a:latin typeface="Times New Roman"/>
                <a:cs typeface="Times New Roman"/>
              </a:rPr>
              <a:t>Due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naming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dispute,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Hudson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was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renamed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Jenkins</a:t>
            </a:r>
            <a:endParaRPr sz="2400">
              <a:latin typeface="Times New Roman"/>
              <a:cs typeface="Times New Roman"/>
            </a:endParaRPr>
          </a:p>
          <a:p>
            <a:pPr marL="558800" marR="5080" lvl="1" indent="-228600">
              <a:lnSpc>
                <a:spcPct val="101699"/>
              </a:lnSpc>
              <a:spcBef>
                <a:spcPts val="27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80" dirty="0">
                <a:latin typeface="Times New Roman"/>
                <a:cs typeface="Times New Roman"/>
              </a:rPr>
              <a:t>Oracle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continued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development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Hudson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(as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branch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original)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40366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Jenkins </a:t>
            </a:r>
            <a:r>
              <a:rPr dirty="0"/>
              <a:t>–</a:t>
            </a:r>
            <a:r>
              <a:rPr spc="-20" dirty="0"/>
              <a:t> </a:t>
            </a:r>
            <a:r>
              <a:rPr spc="-55" dirty="0"/>
              <a:t>Fitting</a:t>
            </a:r>
            <a:r>
              <a:rPr spc="-20" dirty="0"/>
              <a:t> </a:t>
            </a:r>
            <a:r>
              <a:rPr spc="-30" dirty="0"/>
              <a:t>in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55649" y="1746250"/>
            <a:ext cx="927100" cy="1229360"/>
            <a:chOff x="755649" y="1746250"/>
            <a:chExt cx="927100" cy="1229360"/>
          </a:xfrm>
        </p:grpSpPr>
        <p:sp>
          <p:nvSpPr>
            <p:cNvPr id="4" name="object 4"/>
            <p:cNvSpPr/>
            <p:nvPr/>
          </p:nvSpPr>
          <p:spPr>
            <a:xfrm>
              <a:off x="761999" y="1866900"/>
              <a:ext cx="914400" cy="1102360"/>
            </a:xfrm>
            <a:custGeom>
              <a:avLst/>
              <a:gdLst/>
              <a:ahLst/>
              <a:cxnLst/>
              <a:rect l="l" t="t" r="r" b="b"/>
              <a:pathLst>
                <a:path w="914400" h="1102360">
                  <a:moveTo>
                    <a:pt x="914400" y="0"/>
                  </a:moveTo>
                  <a:lnTo>
                    <a:pt x="891091" y="36127"/>
                  </a:lnTo>
                  <a:lnTo>
                    <a:pt x="826186" y="67504"/>
                  </a:lnTo>
                  <a:lnTo>
                    <a:pt x="780489" y="80822"/>
                  </a:lnTo>
                  <a:lnTo>
                    <a:pt x="727216" y="92246"/>
                  </a:lnTo>
                  <a:lnTo>
                    <a:pt x="667309" y="101542"/>
                  </a:lnTo>
                  <a:lnTo>
                    <a:pt x="601710" y="108472"/>
                  </a:lnTo>
                  <a:lnTo>
                    <a:pt x="531359" y="112804"/>
                  </a:lnTo>
                  <a:lnTo>
                    <a:pt x="457199" y="114300"/>
                  </a:lnTo>
                  <a:lnTo>
                    <a:pt x="383039" y="112804"/>
                  </a:lnTo>
                  <a:lnTo>
                    <a:pt x="312689" y="108472"/>
                  </a:lnTo>
                  <a:lnTo>
                    <a:pt x="247090" y="101542"/>
                  </a:lnTo>
                  <a:lnTo>
                    <a:pt x="187183" y="92246"/>
                  </a:lnTo>
                  <a:lnTo>
                    <a:pt x="133910" y="80822"/>
                  </a:lnTo>
                  <a:lnTo>
                    <a:pt x="88213" y="67504"/>
                  </a:lnTo>
                  <a:lnTo>
                    <a:pt x="51031" y="52527"/>
                  </a:lnTo>
                  <a:lnTo>
                    <a:pt x="5983" y="18540"/>
                  </a:lnTo>
                  <a:lnTo>
                    <a:pt x="0" y="0"/>
                  </a:lnTo>
                  <a:lnTo>
                    <a:pt x="0" y="987551"/>
                  </a:lnTo>
                  <a:lnTo>
                    <a:pt x="23308" y="1023679"/>
                  </a:lnTo>
                  <a:lnTo>
                    <a:pt x="88213" y="1055056"/>
                  </a:lnTo>
                  <a:lnTo>
                    <a:pt x="133910" y="1068374"/>
                  </a:lnTo>
                  <a:lnTo>
                    <a:pt x="187183" y="1079798"/>
                  </a:lnTo>
                  <a:lnTo>
                    <a:pt x="247090" y="1089094"/>
                  </a:lnTo>
                  <a:lnTo>
                    <a:pt x="312689" y="1096024"/>
                  </a:lnTo>
                  <a:lnTo>
                    <a:pt x="383039" y="1100356"/>
                  </a:lnTo>
                  <a:lnTo>
                    <a:pt x="457199" y="1101852"/>
                  </a:lnTo>
                  <a:lnTo>
                    <a:pt x="531359" y="1100356"/>
                  </a:lnTo>
                  <a:lnTo>
                    <a:pt x="601710" y="1096024"/>
                  </a:lnTo>
                  <a:lnTo>
                    <a:pt x="667309" y="1089094"/>
                  </a:lnTo>
                  <a:lnTo>
                    <a:pt x="727216" y="1079798"/>
                  </a:lnTo>
                  <a:lnTo>
                    <a:pt x="780489" y="1068374"/>
                  </a:lnTo>
                  <a:lnTo>
                    <a:pt x="826186" y="1055056"/>
                  </a:lnTo>
                  <a:lnTo>
                    <a:pt x="863368" y="1040079"/>
                  </a:lnTo>
                  <a:lnTo>
                    <a:pt x="908416" y="1006092"/>
                  </a:lnTo>
                  <a:lnTo>
                    <a:pt x="914400" y="987551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DD5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999" y="1752600"/>
              <a:ext cx="914400" cy="228600"/>
            </a:xfrm>
            <a:custGeom>
              <a:avLst/>
              <a:gdLst/>
              <a:ahLst/>
              <a:cxnLst/>
              <a:rect l="l" t="t" r="r" b="b"/>
              <a:pathLst>
                <a:path w="914400" h="228600">
                  <a:moveTo>
                    <a:pt x="457199" y="0"/>
                  </a:moveTo>
                  <a:lnTo>
                    <a:pt x="383039" y="1496"/>
                  </a:lnTo>
                  <a:lnTo>
                    <a:pt x="312689" y="5827"/>
                  </a:lnTo>
                  <a:lnTo>
                    <a:pt x="247090" y="12758"/>
                  </a:lnTo>
                  <a:lnTo>
                    <a:pt x="187183" y="22053"/>
                  </a:lnTo>
                  <a:lnTo>
                    <a:pt x="133910" y="33477"/>
                  </a:lnTo>
                  <a:lnTo>
                    <a:pt x="88213" y="46796"/>
                  </a:lnTo>
                  <a:lnTo>
                    <a:pt x="51031" y="61772"/>
                  </a:lnTo>
                  <a:lnTo>
                    <a:pt x="5983" y="95760"/>
                  </a:lnTo>
                  <a:lnTo>
                    <a:pt x="0" y="114300"/>
                  </a:lnTo>
                  <a:lnTo>
                    <a:pt x="5983" y="132840"/>
                  </a:lnTo>
                  <a:lnTo>
                    <a:pt x="51031" y="166827"/>
                  </a:lnTo>
                  <a:lnTo>
                    <a:pt x="88213" y="181804"/>
                  </a:lnTo>
                  <a:lnTo>
                    <a:pt x="133910" y="195122"/>
                  </a:lnTo>
                  <a:lnTo>
                    <a:pt x="187183" y="206546"/>
                  </a:lnTo>
                  <a:lnTo>
                    <a:pt x="247090" y="215842"/>
                  </a:lnTo>
                  <a:lnTo>
                    <a:pt x="312689" y="222772"/>
                  </a:lnTo>
                  <a:lnTo>
                    <a:pt x="383039" y="227104"/>
                  </a:lnTo>
                  <a:lnTo>
                    <a:pt x="457199" y="228600"/>
                  </a:lnTo>
                  <a:lnTo>
                    <a:pt x="531359" y="227104"/>
                  </a:lnTo>
                  <a:lnTo>
                    <a:pt x="601710" y="222772"/>
                  </a:lnTo>
                  <a:lnTo>
                    <a:pt x="667309" y="215842"/>
                  </a:lnTo>
                  <a:lnTo>
                    <a:pt x="727216" y="206546"/>
                  </a:lnTo>
                  <a:lnTo>
                    <a:pt x="780489" y="195122"/>
                  </a:lnTo>
                  <a:lnTo>
                    <a:pt x="826186" y="181804"/>
                  </a:lnTo>
                  <a:lnTo>
                    <a:pt x="863368" y="166827"/>
                  </a:lnTo>
                  <a:lnTo>
                    <a:pt x="908416" y="132840"/>
                  </a:lnTo>
                  <a:lnTo>
                    <a:pt x="914400" y="114300"/>
                  </a:lnTo>
                  <a:lnTo>
                    <a:pt x="908416" y="95760"/>
                  </a:lnTo>
                  <a:lnTo>
                    <a:pt x="863368" y="61772"/>
                  </a:lnTo>
                  <a:lnTo>
                    <a:pt x="826186" y="46796"/>
                  </a:lnTo>
                  <a:lnTo>
                    <a:pt x="780489" y="33477"/>
                  </a:lnTo>
                  <a:lnTo>
                    <a:pt x="727216" y="22053"/>
                  </a:lnTo>
                  <a:lnTo>
                    <a:pt x="667309" y="12758"/>
                  </a:lnTo>
                  <a:lnTo>
                    <a:pt x="601710" y="5827"/>
                  </a:lnTo>
                  <a:lnTo>
                    <a:pt x="531359" y="1496"/>
                  </a:lnTo>
                  <a:lnTo>
                    <a:pt x="457199" y="0"/>
                  </a:lnTo>
                  <a:close/>
                </a:path>
              </a:pathLst>
            </a:custGeom>
            <a:solidFill>
              <a:srgbClr val="ECA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999" y="1752600"/>
              <a:ext cx="914400" cy="1216660"/>
            </a:xfrm>
            <a:custGeom>
              <a:avLst/>
              <a:gdLst/>
              <a:ahLst/>
              <a:cxnLst/>
              <a:rect l="l" t="t" r="r" b="b"/>
              <a:pathLst>
                <a:path w="914400" h="1216660">
                  <a:moveTo>
                    <a:pt x="914399" y="114299"/>
                  </a:moveTo>
                  <a:lnTo>
                    <a:pt x="891091" y="150427"/>
                  </a:lnTo>
                  <a:lnTo>
                    <a:pt x="826186" y="181803"/>
                  </a:lnTo>
                  <a:lnTo>
                    <a:pt x="780488" y="195122"/>
                  </a:lnTo>
                  <a:lnTo>
                    <a:pt x="727216" y="206546"/>
                  </a:lnTo>
                  <a:lnTo>
                    <a:pt x="667309" y="215841"/>
                  </a:lnTo>
                  <a:lnTo>
                    <a:pt x="601710" y="222772"/>
                  </a:lnTo>
                  <a:lnTo>
                    <a:pt x="531360" y="227103"/>
                  </a:lnTo>
                  <a:lnTo>
                    <a:pt x="457199" y="228599"/>
                  </a:lnTo>
                  <a:lnTo>
                    <a:pt x="383039" y="227103"/>
                  </a:lnTo>
                  <a:lnTo>
                    <a:pt x="312689" y="222772"/>
                  </a:lnTo>
                  <a:lnTo>
                    <a:pt x="247090" y="215841"/>
                  </a:lnTo>
                  <a:lnTo>
                    <a:pt x="187183" y="206546"/>
                  </a:lnTo>
                  <a:lnTo>
                    <a:pt x="133910" y="195122"/>
                  </a:lnTo>
                  <a:lnTo>
                    <a:pt x="88213" y="181803"/>
                  </a:lnTo>
                  <a:lnTo>
                    <a:pt x="51031" y="166827"/>
                  </a:lnTo>
                  <a:lnTo>
                    <a:pt x="5983" y="132839"/>
                  </a:lnTo>
                  <a:lnTo>
                    <a:pt x="0" y="114299"/>
                  </a:lnTo>
                  <a:lnTo>
                    <a:pt x="5983" y="95759"/>
                  </a:lnTo>
                  <a:lnTo>
                    <a:pt x="51031" y="61772"/>
                  </a:lnTo>
                  <a:lnTo>
                    <a:pt x="88213" y="46795"/>
                  </a:lnTo>
                  <a:lnTo>
                    <a:pt x="133910" y="33477"/>
                  </a:lnTo>
                  <a:lnTo>
                    <a:pt x="187183" y="22053"/>
                  </a:lnTo>
                  <a:lnTo>
                    <a:pt x="247090" y="12757"/>
                  </a:lnTo>
                  <a:lnTo>
                    <a:pt x="312689" y="5827"/>
                  </a:lnTo>
                  <a:lnTo>
                    <a:pt x="383039" y="1495"/>
                  </a:lnTo>
                  <a:lnTo>
                    <a:pt x="457199" y="0"/>
                  </a:lnTo>
                  <a:lnTo>
                    <a:pt x="531360" y="1495"/>
                  </a:lnTo>
                  <a:lnTo>
                    <a:pt x="601710" y="5827"/>
                  </a:lnTo>
                  <a:lnTo>
                    <a:pt x="667309" y="12757"/>
                  </a:lnTo>
                  <a:lnTo>
                    <a:pt x="727216" y="22053"/>
                  </a:lnTo>
                  <a:lnTo>
                    <a:pt x="780488" y="33477"/>
                  </a:lnTo>
                  <a:lnTo>
                    <a:pt x="826186" y="46795"/>
                  </a:lnTo>
                  <a:lnTo>
                    <a:pt x="863367" y="61772"/>
                  </a:lnTo>
                  <a:lnTo>
                    <a:pt x="908415" y="95759"/>
                  </a:lnTo>
                  <a:lnTo>
                    <a:pt x="914399" y="114299"/>
                  </a:lnTo>
                  <a:close/>
                </a:path>
                <a:path w="914400" h="1216660">
                  <a:moveTo>
                    <a:pt x="914399" y="1101851"/>
                  </a:moveTo>
                  <a:lnTo>
                    <a:pt x="891091" y="1137979"/>
                  </a:lnTo>
                  <a:lnTo>
                    <a:pt x="826186" y="1169355"/>
                  </a:lnTo>
                  <a:lnTo>
                    <a:pt x="780488" y="1182673"/>
                  </a:lnTo>
                  <a:lnTo>
                    <a:pt x="727216" y="1194098"/>
                  </a:lnTo>
                  <a:lnTo>
                    <a:pt x="667309" y="1203393"/>
                  </a:lnTo>
                  <a:lnTo>
                    <a:pt x="601710" y="1210324"/>
                  </a:lnTo>
                  <a:lnTo>
                    <a:pt x="531360" y="1214655"/>
                  </a:lnTo>
                  <a:lnTo>
                    <a:pt x="457199" y="1216151"/>
                  </a:lnTo>
                  <a:lnTo>
                    <a:pt x="383039" y="1214655"/>
                  </a:lnTo>
                  <a:lnTo>
                    <a:pt x="312689" y="1210324"/>
                  </a:lnTo>
                  <a:lnTo>
                    <a:pt x="247090" y="1203393"/>
                  </a:lnTo>
                  <a:lnTo>
                    <a:pt x="187183" y="1194098"/>
                  </a:lnTo>
                  <a:lnTo>
                    <a:pt x="133910" y="1182673"/>
                  </a:lnTo>
                  <a:lnTo>
                    <a:pt x="88213" y="1169355"/>
                  </a:lnTo>
                  <a:lnTo>
                    <a:pt x="51031" y="1154378"/>
                  </a:lnTo>
                  <a:lnTo>
                    <a:pt x="5983" y="1120391"/>
                  </a:lnTo>
                  <a:lnTo>
                    <a:pt x="0" y="1101851"/>
                  </a:lnTo>
                  <a:lnTo>
                    <a:pt x="0" y="114299"/>
                  </a:lnTo>
                </a:path>
              </a:pathLst>
            </a:custGeom>
            <a:ln w="12699">
              <a:solidFill>
                <a:srgbClr val="AD44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55306" y="2191765"/>
            <a:ext cx="733425" cy="44195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indent="180975">
              <a:lnSpc>
                <a:spcPts val="1600"/>
              </a:lnSpc>
              <a:spcBef>
                <a:spcPts val="219"/>
              </a:spcBef>
            </a:pPr>
            <a:r>
              <a:rPr sz="1400" spc="-65" dirty="0">
                <a:solidFill>
                  <a:srgbClr val="FFFFFF"/>
                </a:solidFill>
                <a:latin typeface="Times New Roman"/>
                <a:cs typeface="Times New Roman"/>
              </a:rPr>
              <a:t>Code </a:t>
            </a:r>
            <a:r>
              <a:rPr sz="1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0" dirty="0">
                <a:solidFill>
                  <a:srgbClr val="FFFFFF"/>
                </a:solidFill>
                <a:latin typeface="Times New Roman"/>
                <a:cs typeface="Times New Roman"/>
              </a:rPr>
              <a:t>posito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400" spc="-12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4572000"/>
            <a:ext cx="2057400" cy="146304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88339" y="5976620"/>
            <a:ext cx="962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latin typeface="Times New Roman"/>
                <a:cs typeface="Times New Roman"/>
              </a:rPr>
              <a:t>D</a:t>
            </a:r>
            <a:r>
              <a:rPr sz="1800" spc="-95" dirty="0">
                <a:latin typeface="Times New Roman"/>
                <a:cs typeface="Times New Roman"/>
              </a:rPr>
              <a:t>e</a:t>
            </a:r>
            <a:r>
              <a:rPr sz="1800" spc="-190" dirty="0">
                <a:latin typeface="Times New Roman"/>
                <a:cs typeface="Times New Roman"/>
              </a:rPr>
              <a:t>v</a:t>
            </a:r>
            <a:r>
              <a:rPr sz="1800" spc="-70" dirty="0">
                <a:latin typeface="Times New Roman"/>
                <a:cs typeface="Times New Roman"/>
              </a:rPr>
              <a:t>e</a:t>
            </a:r>
            <a:r>
              <a:rPr sz="1800" spc="-75" dirty="0">
                <a:latin typeface="Times New Roman"/>
                <a:cs typeface="Times New Roman"/>
              </a:rPr>
              <a:t>l</a:t>
            </a:r>
            <a:r>
              <a:rPr sz="1800" spc="-80" dirty="0">
                <a:latin typeface="Times New Roman"/>
                <a:cs typeface="Times New Roman"/>
              </a:rPr>
              <a:t>op</a:t>
            </a:r>
            <a:r>
              <a:rPr sz="1800" spc="-75" dirty="0">
                <a:latin typeface="Times New Roman"/>
                <a:cs typeface="Times New Roman"/>
              </a:rPr>
              <a:t>e</a:t>
            </a:r>
            <a:r>
              <a:rPr sz="1800" spc="55" dirty="0">
                <a:latin typeface="Times New Roman"/>
                <a:cs typeface="Times New Roman"/>
              </a:rPr>
              <a:t>r</a:t>
            </a:r>
            <a:r>
              <a:rPr sz="1800" spc="-140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851648" y="1746250"/>
            <a:ext cx="927100" cy="1229360"/>
            <a:chOff x="6851648" y="1746250"/>
            <a:chExt cx="927100" cy="1229360"/>
          </a:xfrm>
        </p:grpSpPr>
        <p:sp>
          <p:nvSpPr>
            <p:cNvPr id="11" name="object 11"/>
            <p:cNvSpPr/>
            <p:nvPr/>
          </p:nvSpPr>
          <p:spPr>
            <a:xfrm>
              <a:off x="6857998" y="1866900"/>
              <a:ext cx="914400" cy="1102360"/>
            </a:xfrm>
            <a:custGeom>
              <a:avLst/>
              <a:gdLst/>
              <a:ahLst/>
              <a:cxnLst/>
              <a:rect l="l" t="t" r="r" b="b"/>
              <a:pathLst>
                <a:path w="914400" h="1102360">
                  <a:moveTo>
                    <a:pt x="914400" y="0"/>
                  </a:moveTo>
                  <a:lnTo>
                    <a:pt x="891091" y="36127"/>
                  </a:lnTo>
                  <a:lnTo>
                    <a:pt x="826187" y="67504"/>
                  </a:lnTo>
                  <a:lnTo>
                    <a:pt x="780489" y="80822"/>
                  </a:lnTo>
                  <a:lnTo>
                    <a:pt x="727216" y="92246"/>
                  </a:lnTo>
                  <a:lnTo>
                    <a:pt x="667309" y="101542"/>
                  </a:lnTo>
                  <a:lnTo>
                    <a:pt x="601710" y="108472"/>
                  </a:lnTo>
                  <a:lnTo>
                    <a:pt x="531360" y="112804"/>
                  </a:lnTo>
                  <a:lnTo>
                    <a:pt x="457200" y="114300"/>
                  </a:lnTo>
                  <a:lnTo>
                    <a:pt x="383039" y="112804"/>
                  </a:lnTo>
                  <a:lnTo>
                    <a:pt x="312689" y="108472"/>
                  </a:lnTo>
                  <a:lnTo>
                    <a:pt x="247090" y="101542"/>
                  </a:lnTo>
                  <a:lnTo>
                    <a:pt x="187183" y="92246"/>
                  </a:lnTo>
                  <a:lnTo>
                    <a:pt x="133911" y="80822"/>
                  </a:lnTo>
                  <a:lnTo>
                    <a:pt x="88213" y="67504"/>
                  </a:lnTo>
                  <a:lnTo>
                    <a:pt x="51031" y="52527"/>
                  </a:lnTo>
                  <a:lnTo>
                    <a:pt x="5983" y="18540"/>
                  </a:lnTo>
                  <a:lnTo>
                    <a:pt x="0" y="0"/>
                  </a:lnTo>
                  <a:lnTo>
                    <a:pt x="0" y="987551"/>
                  </a:lnTo>
                  <a:lnTo>
                    <a:pt x="23308" y="1023679"/>
                  </a:lnTo>
                  <a:lnTo>
                    <a:pt x="88213" y="1055056"/>
                  </a:lnTo>
                  <a:lnTo>
                    <a:pt x="133911" y="1068374"/>
                  </a:lnTo>
                  <a:lnTo>
                    <a:pt x="187183" y="1079798"/>
                  </a:lnTo>
                  <a:lnTo>
                    <a:pt x="247090" y="1089094"/>
                  </a:lnTo>
                  <a:lnTo>
                    <a:pt x="312689" y="1096024"/>
                  </a:lnTo>
                  <a:lnTo>
                    <a:pt x="383039" y="1100356"/>
                  </a:lnTo>
                  <a:lnTo>
                    <a:pt x="457200" y="1101852"/>
                  </a:lnTo>
                  <a:lnTo>
                    <a:pt x="531360" y="1100356"/>
                  </a:lnTo>
                  <a:lnTo>
                    <a:pt x="601710" y="1096024"/>
                  </a:lnTo>
                  <a:lnTo>
                    <a:pt x="667309" y="1089094"/>
                  </a:lnTo>
                  <a:lnTo>
                    <a:pt x="727216" y="1079798"/>
                  </a:lnTo>
                  <a:lnTo>
                    <a:pt x="780489" y="1068374"/>
                  </a:lnTo>
                  <a:lnTo>
                    <a:pt x="826187" y="1055056"/>
                  </a:lnTo>
                  <a:lnTo>
                    <a:pt x="863368" y="1040079"/>
                  </a:lnTo>
                  <a:lnTo>
                    <a:pt x="908416" y="1006092"/>
                  </a:lnTo>
                  <a:lnTo>
                    <a:pt x="914400" y="987551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DD5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57998" y="1752600"/>
              <a:ext cx="914400" cy="228600"/>
            </a:xfrm>
            <a:custGeom>
              <a:avLst/>
              <a:gdLst/>
              <a:ahLst/>
              <a:cxnLst/>
              <a:rect l="l" t="t" r="r" b="b"/>
              <a:pathLst>
                <a:path w="914400" h="228600">
                  <a:moveTo>
                    <a:pt x="457200" y="0"/>
                  </a:moveTo>
                  <a:lnTo>
                    <a:pt x="383039" y="1496"/>
                  </a:lnTo>
                  <a:lnTo>
                    <a:pt x="312689" y="5827"/>
                  </a:lnTo>
                  <a:lnTo>
                    <a:pt x="247090" y="12758"/>
                  </a:lnTo>
                  <a:lnTo>
                    <a:pt x="187183" y="22053"/>
                  </a:lnTo>
                  <a:lnTo>
                    <a:pt x="133911" y="33477"/>
                  </a:lnTo>
                  <a:lnTo>
                    <a:pt x="88213" y="46796"/>
                  </a:lnTo>
                  <a:lnTo>
                    <a:pt x="51031" y="61772"/>
                  </a:lnTo>
                  <a:lnTo>
                    <a:pt x="5983" y="95760"/>
                  </a:lnTo>
                  <a:lnTo>
                    <a:pt x="0" y="114300"/>
                  </a:lnTo>
                  <a:lnTo>
                    <a:pt x="5983" y="132840"/>
                  </a:lnTo>
                  <a:lnTo>
                    <a:pt x="51031" y="166827"/>
                  </a:lnTo>
                  <a:lnTo>
                    <a:pt x="88213" y="181804"/>
                  </a:lnTo>
                  <a:lnTo>
                    <a:pt x="133911" y="195122"/>
                  </a:lnTo>
                  <a:lnTo>
                    <a:pt x="187183" y="206546"/>
                  </a:lnTo>
                  <a:lnTo>
                    <a:pt x="247090" y="215842"/>
                  </a:lnTo>
                  <a:lnTo>
                    <a:pt x="312689" y="222772"/>
                  </a:lnTo>
                  <a:lnTo>
                    <a:pt x="383039" y="227104"/>
                  </a:lnTo>
                  <a:lnTo>
                    <a:pt x="457200" y="228600"/>
                  </a:lnTo>
                  <a:lnTo>
                    <a:pt x="531360" y="227104"/>
                  </a:lnTo>
                  <a:lnTo>
                    <a:pt x="601710" y="222772"/>
                  </a:lnTo>
                  <a:lnTo>
                    <a:pt x="667309" y="215842"/>
                  </a:lnTo>
                  <a:lnTo>
                    <a:pt x="727216" y="206546"/>
                  </a:lnTo>
                  <a:lnTo>
                    <a:pt x="780489" y="195122"/>
                  </a:lnTo>
                  <a:lnTo>
                    <a:pt x="826187" y="181804"/>
                  </a:lnTo>
                  <a:lnTo>
                    <a:pt x="863368" y="166827"/>
                  </a:lnTo>
                  <a:lnTo>
                    <a:pt x="908416" y="132840"/>
                  </a:lnTo>
                  <a:lnTo>
                    <a:pt x="914400" y="114300"/>
                  </a:lnTo>
                  <a:lnTo>
                    <a:pt x="908416" y="95760"/>
                  </a:lnTo>
                  <a:lnTo>
                    <a:pt x="863368" y="61772"/>
                  </a:lnTo>
                  <a:lnTo>
                    <a:pt x="826187" y="46796"/>
                  </a:lnTo>
                  <a:lnTo>
                    <a:pt x="780489" y="33477"/>
                  </a:lnTo>
                  <a:lnTo>
                    <a:pt x="727216" y="22053"/>
                  </a:lnTo>
                  <a:lnTo>
                    <a:pt x="667309" y="12758"/>
                  </a:lnTo>
                  <a:lnTo>
                    <a:pt x="601710" y="5827"/>
                  </a:lnTo>
                  <a:lnTo>
                    <a:pt x="531360" y="1496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ECA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57998" y="1752600"/>
              <a:ext cx="914400" cy="1216660"/>
            </a:xfrm>
            <a:custGeom>
              <a:avLst/>
              <a:gdLst/>
              <a:ahLst/>
              <a:cxnLst/>
              <a:rect l="l" t="t" r="r" b="b"/>
              <a:pathLst>
                <a:path w="914400" h="1216660">
                  <a:moveTo>
                    <a:pt x="914399" y="114299"/>
                  </a:moveTo>
                  <a:lnTo>
                    <a:pt x="891091" y="150427"/>
                  </a:lnTo>
                  <a:lnTo>
                    <a:pt x="826186" y="181803"/>
                  </a:lnTo>
                  <a:lnTo>
                    <a:pt x="780489" y="195122"/>
                  </a:lnTo>
                  <a:lnTo>
                    <a:pt x="727216" y="206546"/>
                  </a:lnTo>
                  <a:lnTo>
                    <a:pt x="667309" y="215841"/>
                  </a:lnTo>
                  <a:lnTo>
                    <a:pt x="601710" y="222772"/>
                  </a:lnTo>
                  <a:lnTo>
                    <a:pt x="531360" y="227103"/>
                  </a:lnTo>
                  <a:lnTo>
                    <a:pt x="457199" y="228599"/>
                  </a:lnTo>
                  <a:lnTo>
                    <a:pt x="383039" y="227103"/>
                  </a:lnTo>
                  <a:lnTo>
                    <a:pt x="312689" y="222772"/>
                  </a:lnTo>
                  <a:lnTo>
                    <a:pt x="247090" y="215841"/>
                  </a:lnTo>
                  <a:lnTo>
                    <a:pt x="187183" y="206546"/>
                  </a:lnTo>
                  <a:lnTo>
                    <a:pt x="133910" y="195122"/>
                  </a:lnTo>
                  <a:lnTo>
                    <a:pt x="88213" y="181803"/>
                  </a:lnTo>
                  <a:lnTo>
                    <a:pt x="51031" y="166827"/>
                  </a:lnTo>
                  <a:lnTo>
                    <a:pt x="5983" y="132839"/>
                  </a:lnTo>
                  <a:lnTo>
                    <a:pt x="0" y="114299"/>
                  </a:lnTo>
                  <a:lnTo>
                    <a:pt x="5983" y="95759"/>
                  </a:lnTo>
                  <a:lnTo>
                    <a:pt x="51031" y="61772"/>
                  </a:lnTo>
                  <a:lnTo>
                    <a:pt x="88213" y="46795"/>
                  </a:lnTo>
                  <a:lnTo>
                    <a:pt x="133910" y="33477"/>
                  </a:lnTo>
                  <a:lnTo>
                    <a:pt x="187183" y="22053"/>
                  </a:lnTo>
                  <a:lnTo>
                    <a:pt x="247090" y="12757"/>
                  </a:lnTo>
                  <a:lnTo>
                    <a:pt x="312689" y="5827"/>
                  </a:lnTo>
                  <a:lnTo>
                    <a:pt x="383039" y="1495"/>
                  </a:lnTo>
                  <a:lnTo>
                    <a:pt x="457199" y="0"/>
                  </a:lnTo>
                  <a:lnTo>
                    <a:pt x="531360" y="1495"/>
                  </a:lnTo>
                  <a:lnTo>
                    <a:pt x="601710" y="5827"/>
                  </a:lnTo>
                  <a:lnTo>
                    <a:pt x="667309" y="12757"/>
                  </a:lnTo>
                  <a:lnTo>
                    <a:pt x="727216" y="22053"/>
                  </a:lnTo>
                  <a:lnTo>
                    <a:pt x="780489" y="33477"/>
                  </a:lnTo>
                  <a:lnTo>
                    <a:pt x="826186" y="46795"/>
                  </a:lnTo>
                  <a:lnTo>
                    <a:pt x="863368" y="61772"/>
                  </a:lnTo>
                  <a:lnTo>
                    <a:pt x="908415" y="95759"/>
                  </a:lnTo>
                  <a:lnTo>
                    <a:pt x="914399" y="114299"/>
                  </a:lnTo>
                  <a:close/>
                </a:path>
                <a:path w="914400" h="1216660">
                  <a:moveTo>
                    <a:pt x="914399" y="1101851"/>
                  </a:moveTo>
                  <a:lnTo>
                    <a:pt x="891091" y="1137979"/>
                  </a:lnTo>
                  <a:lnTo>
                    <a:pt x="826186" y="1169355"/>
                  </a:lnTo>
                  <a:lnTo>
                    <a:pt x="780489" y="1182673"/>
                  </a:lnTo>
                  <a:lnTo>
                    <a:pt x="727216" y="1194098"/>
                  </a:lnTo>
                  <a:lnTo>
                    <a:pt x="667309" y="1203393"/>
                  </a:lnTo>
                  <a:lnTo>
                    <a:pt x="601710" y="1210324"/>
                  </a:lnTo>
                  <a:lnTo>
                    <a:pt x="531360" y="1214655"/>
                  </a:lnTo>
                  <a:lnTo>
                    <a:pt x="457199" y="1216151"/>
                  </a:lnTo>
                  <a:lnTo>
                    <a:pt x="383039" y="1214655"/>
                  </a:lnTo>
                  <a:lnTo>
                    <a:pt x="312689" y="1210324"/>
                  </a:lnTo>
                  <a:lnTo>
                    <a:pt x="247090" y="1203393"/>
                  </a:lnTo>
                  <a:lnTo>
                    <a:pt x="187183" y="1194098"/>
                  </a:lnTo>
                  <a:lnTo>
                    <a:pt x="133910" y="1182673"/>
                  </a:lnTo>
                  <a:lnTo>
                    <a:pt x="88213" y="1169355"/>
                  </a:lnTo>
                  <a:lnTo>
                    <a:pt x="51031" y="1154378"/>
                  </a:lnTo>
                  <a:lnTo>
                    <a:pt x="5983" y="1120391"/>
                  </a:lnTo>
                  <a:lnTo>
                    <a:pt x="0" y="1101851"/>
                  </a:lnTo>
                  <a:lnTo>
                    <a:pt x="0" y="114299"/>
                  </a:lnTo>
                </a:path>
              </a:pathLst>
            </a:custGeom>
            <a:ln w="12699">
              <a:solidFill>
                <a:srgbClr val="AD44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951306" y="2191765"/>
            <a:ext cx="733425" cy="44195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indent="105410">
              <a:lnSpc>
                <a:spcPts val="1600"/>
              </a:lnSpc>
              <a:spcBef>
                <a:spcPts val="219"/>
              </a:spcBef>
            </a:pPr>
            <a:r>
              <a:rPr sz="1400" spc="-60" dirty="0">
                <a:solidFill>
                  <a:srgbClr val="FFFFFF"/>
                </a:solidFill>
                <a:latin typeface="Times New Roman"/>
                <a:cs typeface="Times New Roman"/>
              </a:rPr>
              <a:t>Artifact 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0" dirty="0">
                <a:solidFill>
                  <a:srgbClr val="FFFFFF"/>
                </a:solidFill>
                <a:latin typeface="Times New Roman"/>
                <a:cs typeface="Times New Roman"/>
              </a:rPr>
              <a:t>posito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400" spc="-12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62819" y="4032250"/>
            <a:ext cx="4997450" cy="1770380"/>
            <a:chOff x="3162819" y="4032250"/>
            <a:chExt cx="4997450" cy="1770380"/>
          </a:xfrm>
        </p:grpSpPr>
        <p:sp>
          <p:nvSpPr>
            <p:cNvPr id="16" name="object 16"/>
            <p:cNvSpPr/>
            <p:nvPr/>
          </p:nvSpPr>
          <p:spPr>
            <a:xfrm>
              <a:off x="6628113" y="4424454"/>
              <a:ext cx="1525905" cy="1371600"/>
            </a:xfrm>
            <a:custGeom>
              <a:avLst/>
              <a:gdLst/>
              <a:ahLst/>
              <a:cxnLst/>
              <a:rect l="l" t="t" r="r" b="b"/>
              <a:pathLst>
                <a:path w="1525904" h="1371600">
                  <a:moveTo>
                    <a:pt x="921083" y="0"/>
                  </a:moveTo>
                  <a:lnTo>
                    <a:pt x="882447" y="9358"/>
                  </a:lnTo>
                  <a:lnTo>
                    <a:pt x="846989" y="30368"/>
                  </a:lnTo>
                  <a:lnTo>
                    <a:pt x="816678" y="62222"/>
                  </a:lnTo>
                  <a:lnTo>
                    <a:pt x="793483" y="104113"/>
                  </a:lnTo>
                  <a:lnTo>
                    <a:pt x="783446" y="92844"/>
                  </a:lnTo>
                  <a:lnTo>
                    <a:pt x="749762" y="64782"/>
                  </a:lnTo>
                  <a:lnTo>
                    <a:pt x="709334" y="45346"/>
                  </a:lnTo>
                  <a:lnTo>
                    <a:pt x="667723" y="37893"/>
                  </a:lnTo>
                  <a:lnTo>
                    <a:pt x="626455" y="41850"/>
                  </a:lnTo>
                  <a:lnTo>
                    <a:pt x="587057" y="56644"/>
                  </a:lnTo>
                  <a:lnTo>
                    <a:pt x="551056" y="81701"/>
                  </a:lnTo>
                  <a:lnTo>
                    <a:pt x="519980" y="116448"/>
                  </a:lnTo>
                  <a:lnTo>
                    <a:pt x="495355" y="160311"/>
                  </a:lnTo>
                  <a:lnTo>
                    <a:pt x="459543" y="139309"/>
                  </a:lnTo>
                  <a:lnTo>
                    <a:pt x="421646" y="125949"/>
                  </a:lnTo>
                  <a:lnTo>
                    <a:pt x="382468" y="120428"/>
                  </a:lnTo>
                  <a:lnTo>
                    <a:pt x="342816" y="122945"/>
                  </a:lnTo>
                  <a:lnTo>
                    <a:pt x="300901" y="134673"/>
                  </a:lnTo>
                  <a:lnTo>
                    <a:pt x="262457" y="154756"/>
                  </a:lnTo>
                  <a:lnTo>
                    <a:pt x="228057" y="182268"/>
                  </a:lnTo>
                  <a:lnTo>
                    <a:pt x="198279" y="216281"/>
                  </a:lnTo>
                  <a:lnTo>
                    <a:pt x="173698" y="255867"/>
                  </a:lnTo>
                  <a:lnTo>
                    <a:pt x="154891" y="300099"/>
                  </a:lnTo>
                  <a:lnTo>
                    <a:pt x="142433" y="348049"/>
                  </a:lnTo>
                  <a:lnTo>
                    <a:pt x="136900" y="398789"/>
                  </a:lnTo>
                  <a:lnTo>
                    <a:pt x="138869" y="451392"/>
                  </a:lnTo>
                  <a:lnTo>
                    <a:pt x="137585" y="455665"/>
                  </a:lnTo>
                  <a:lnTo>
                    <a:pt x="70348" y="484703"/>
                  </a:lnTo>
                  <a:lnTo>
                    <a:pt x="42828" y="512578"/>
                  </a:lnTo>
                  <a:lnTo>
                    <a:pt x="21037" y="548037"/>
                  </a:lnTo>
                  <a:lnTo>
                    <a:pt x="5169" y="594744"/>
                  </a:lnTo>
                  <a:lnTo>
                    <a:pt x="0" y="643269"/>
                  </a:lnTo>
                  <a:lnTo>
                    <a:pt x="5005" y="691148"/>
                  </a:lnTo>
                  <a:lnTo>
                    <a:pt x="19663" y="735921"/>
                  </a:lnTo>
                  <a:lnTo>
                    <a:pt x="43451" y="775126"/>
                  </a:lnTo>
                  <a:lnTo>
                    <a:pt x="75846" y="806302"/>
                  </a:lnTo>
                  <a:lnTo>
                    <a:pt x="55728" y="839098"/>
                  </a:lnTo>
                  <a:lnTo>
                    <a:pt x="42030" y="875996"/>
                  </a:lnTo>
                  <a:lnTo>
                    <a:pt x="35124" y="915624"/>
                  </a:lnTo>
                  <a:lnTo>
                    <a:pt x="35378" y="956606"/>
                  </a:lnTo>
                  <a:lnTo>
                    <a:pt x="45601" y="1005433"/>
                  </a:lnTo>
                  <a:lnTo>
                    <a:pt x="65285" y="1047804"/>
                  </a:lnTo>
                  <a:lnTo>
                    <a:pt x="92800" y="1082148"/>
                  </a:lnTo>
                  <a:lnTo>
                    <a:pt x="126521" y="1106895"/>
                  </a:lnTo>
                  <a:lnTo>
                    <a:pt x="164820" y="1120475"/>
                  </a:lnTo>
                  <a:lnTo>
                    <a:pt x="206071" y="1121319"/>
                  </a:lnTo>
                  <a:lnTo>
                    <a:pt x="208949" y="1127346"/>
                  </a:lnTo>
                  <a:lnTo>
                    <a:pt x="234763" y="1171625"/>
                  </a:lnTo>
                  <a:lnTo>
                    <a:pt x="265198" y="1209235"/>
                  </a:lnTo>
                  <a:lnTo>
                    <a:pt x="299484" y="1239941"/>
                  </a:lnTo>
                  <a:lnTo>
                    <a:pt x="336852" y="1263508"/>
                  </a:lnTo>
                  <a:lnTo>
                    <a:pt x="376532" y="1279700"/>
                  </a:lnTo>
                  <a:lnTo>
                    <a:pt x="417754" y="1288280"/>
                  </a:lnTo>
                  <a:lnTo>
                    <a:pt x="459749" y="1289015"/>
                  </a:lnTo>
                  <a:lnTo>
                    <a:pt x="501748" y="1281667"/>
                  </a:lnTo>
                  <a:lnTo>
                    <a:pt x="542981" y="1266002"/>
                  </a:lnTo>
                  <a:lnTo>
                    <a:pt x="582679" y="1241783"/>
                  </a:lnTo>
                  <a:lnTo>
                    <a:pt x="608341" y="1281121"/>
                  </a:lnTo>
                  <a:lnTo>
                    <a:pt x="638880" y="1314247"/>
                  </a:lnTo>
                  <a:lnTo>
                    <a:pt x="673569" y="1340496"/>
                  </a:lnTo>
                  <a:lnTo>
                    <a:pt x="711677" y="1359205"/>
                  </a:lnTo>
                  <a:lnTo>
                    <a:pt x="753768" y="1369933"/>
                  </a:lnTo>
                  <a:lnTo>
                    <a:pt x="795543" y="1371270"/>
                  </a:lnTo>
                  <a:lnTo>
                    <a:pt x="836164" y="1363766"/>
                  </a:lnTo>
                  <a:lnTo>
                    <a:pt x="874792" y="1347973"/>
                  </a:lnTo>
                  <a:lnTo>
                    <a:pt x="910588" y="1324442"/>
                  </a:lnTo>
                  <a:lnTo>
                    <a:pt x="942714" y="1293724"/>
                  </a:lnTo>
                  <a:lnTo>
                    <a:pt x="970330" y="1256371"/>
                  </a:lnTo>
                  <a:lnTo>
                    <a:pt x="992597" y="1212935"/>
                  </a:lnTo>
                  <a:lnTo>
                    <a:pt x="1008678" y="1163967"/>
                  </a:lnTo>
                  <a:lnTo>
                    <a:pt x="1033489" y="1180132"/>
                  </a:lnTo>
                  <a:lnTo>
                    <a:pt x="1059754" y="1191926"/>
                  </a:lnTo>
                  <a:lnTo>
                    <a:pt x="1087090" y="1199213"/>
                  </a:lnTo>
                  <a:lnTo>
                    <a:pt x="1115115" y="1201857"/>
                  </a:lnTo>
                  <a:lnTo>
                    <a:pt x="1156277" y="1197187"/>
                  </a:lnTo>
                  <a:lnTo>
                    <a:pt x="1194679" y="1183009"/>
                  </a:lnTo>
                  <a:lnTo>
                    <a:pt x="1229495" y="1160321"/>
                  </a:lnTo>
                  <a:lnTo>
                    <a:pt x="1259898" y="1130119"/>
                  </a:lnTo>
                  <a:lnTo>
                    <a:pt x="1285059" y="1093398"/>
                  </a:lnTo>
                  <a:lnTo>
                    <a:pt x="1304153" y="1051156"/>
                  </a:lnTo>
                  <a:lnTo>
                    <a:pt x="1316351" y="1004388"/>
                  </a:lnTo>
                  <a:lnTo>
                    <a:pt x="1320827" y="954091"/>
                  </a:lnTo>
                  <a:lnTo>
                    <a:pt x="1350867" y="946393"/>
                  </a:lnTo>
                  <a:lnTo>
                    <a:pt x="1407092" y="917400"/>
                  </a:lnTo>
                  <a:lnTo>
                    <a:pt x="1464307" y="860672"/>
                  </a:lnTo>
                  <a:lnTo>
                    <a:pt x="1489613" y="819721"/>
                  </a:lnTo>
                  <a:lnTo>
                    <a:pt x="1508373" y="774770"/>
                  </a:lnTo>
                  <a:lnTo>
                    <a:pt x="1520465" y="726979"/>
                  </a:lnTo>
                  <a:lnTo>
                    <a:pt x="1525764" y="677506"/>
                  </a:lnTo>
                  <a:lnTo>
                    <a:pt x="1524145" y="627512"/>
                  </a:lnTo>
                  <a:lnTo>
                    <a:pt x="1515486" y="578155"/>
                  </a:lnTo>
                  <a:lnTo>
                    <a:pt x="1499660" y="530595"/>
                  </a:lnTo>
                  <a:lnTo>
                    <a:pt x="1476545" y="485991"/>
                  </a:lnTo>
                  <a:lnTo>
                    <a:pt x="1481284" y="471008"/>
                  </a:lnTo>
                  <a:lnTo>
                    <a:pt x="1485162" y="455657"/>
                  </a:lnTo>
                  <a:lnTo>
                    <a:pt x="1491701" y="402967"/>
                  </a:lnTo>
                  <a:lnTo>
                    <a:pt x="1488448" y="351506"/>
                  </a:lnTo>
                  <a:lnTo>
                    <a:pt x="1476197" y="302975"/>
                  </a:lnTo>
                  <a:lnTo>
                    <a:pt x="1455739" y="259076"/>
                  </a:lnTo>
                  <a:lnTo>
                    <a:pt x="1427869" y="221510"/>
                  </a:lnTo>
                  <a:lnTo>
                    <a:pt x="1393379" y="191978"/>
                  </a:lnTo>
                  <a:lnTo>
                    <a:pt x="1353061" y="172183"/>
                  </a:lnTo>
                  <a:lnTo>
                    <a:pt x="1345316" y="137265"/>
                  </a:lnTo>
                  <a:lnTo>
                    <a:pt x="1316067" y="75264"/>
                  </a:lnTo>
                  <a:lnTo>
                    <a:pt x="1256517" y="19288"/>
                  </a:lnTo>
                  <a:lnTo>
                    <a:pt x="1214125" y="3047"/>
                  </a:lnTo>
                  <a:lnTo>
                    <a:pt x="1170348" y="622"/>
                  </a:lnTo>
                  <a:lnTo>
                    <a:pt x="1127488" y="11779"/>
                  </a:lnTo>
                  <a:lnTo>
                    <a:pt x="1087846" y="36286"/>
                  </a:lnTo>
                  <a:lnTo>
                    <a:pt x="1053725" y="73913"/>
                  </a:lnTo>
                  <a:lnTo>
                    <a:pt x="1042274" y="57537"/>
                  </a:lnTo>
                  <a:lnTo>
                    <a:pt x="1029416" y="42915"/>
                  </a:lnTo>
                  <a:lnTo>
                    <a:pt x="1015286" y="30179"/>
                  </a:lnTo>
                  <a:lnTo>
                    <a:pt x="1000015" y="19464"/>
                  </a:lnTo>
                  <a:lnTo>
                    <a:pt x="960928" y="3099"/>
                  </a:lnTo>
                  <a:lnTo>
                    <a:pt x="921083" y="0"/>
                  </a:lnTo>
                  <a:close/>
                </a:path>
              </a:pathLst>
            </a:custGeom>
            <a:solidFill>
              <a:srgbClr val="DD5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28113" y="4424454"/>
              <a:ext cx="1525905" cy="1371600"/>
            </a:xfrm>
            <a:custGeom>
              <a:avLst/>
              <a:gdLst/>
              <a:ahLst/>
              <a:cxnLst/>
              <a:rect l="l" t="t" r="r" b="b"/>
              <a:pathLst>
                <a:path w="1525904" h="1371600">
                  <a:moveTo>
                    <a:pt x="138868" y="451393"/>
                  </a:moveTo>
                  <a:lnTo>
                    <a:pt x="136899" y="398789"/>
                  </a:lnTo>
                  <a:lnTo>
                    <a:pt x="142432" y="348049"/>
                  </a:lnTo>
                  <a:lnTo>
                    <a:pt x="154890" y="300099"/>
                  </a:lnTo>
                  <a:lnTo>
                    <a:pt x="173698" y="255867"/>
                  </a:lnTo>
                  <a:lnTo>
                    <a:pt x="198279" y="216281"/>
                  </a:lnTo>
                  <a:lnTo>
                    <a:pt x="228057" y="182268"/>
                  </a:lnTo>
                  <a:lnTo>
                    <a:pt x="262456" y="154756"/>
                  </a:lnTo>
                  <a:lnTo>
                    <a:pt x="300901" y="134672"/>
                  </a:lnTo>
                  <a:lnTo>
                    <a:pt x="342815" y="122945"/>
                  </a:lnTo>
                  <a:lnTo>
                    <a:pt x="382467" y="120429"/>
                  </a:lnTo>
                  <a:lnTo>
                    <a:pt x="421645" y="125949"/>
                  </a:lnTo>
                  <a:lnTo>
                    <a:pt x="459543" y="139308"/>
                  </a:lnTo>
                  <a:lnTo>
                    <a:pt x="495355" y="160310"/>
                  </a:lnTo>
                  <a:lnTo>
                    <a:pt x="519979" y="116448"/>
                  </a:lnTo>
                  <a:lnTo>
                    <a:pt x="551056" y="81701"/>
                  </a:lnTo>
                  <a:lnTo>
                    <a:pt x="587056" y="56644"/>
                  </a:lnTo>
                  <a:lnTo>
                    <a:pt x="626454" y="41851"/>
                  </a:lnTo>
                  <a:lnTo>
                    <a:pt x="667723" y="37893"/>
                  </a:lnTo>
                  <a:lnTo>
                    <a:pt x="709334" y="45346"/>
                  </a:lnTo>
                  <a:lnTo>
                    <a:pt x="749762" y="64782"/>
                  </a:lnTo>
                  <a:lnTo>
                    <a:pt x="783445" y="92844"/>
                  </a:lnTo>
                  <a:lnTo>
                    <a:pt x="793483" y="104114"/>
                  </a:lnTo>
                  <a:lnTo>
                    <a:pt x="816678" y="62222"/>
                  </a:lnTo>
                  <a:lnTo>
                    <a:pt x="846989" y="30368"/>
                  </a:lnTo>
                  <a:lnTo>
                    <a:pt x="882446" y="9358"/>
                  </a:lnTo>
                  <a:lnTo>
                    <a:pt x="921082" y="0"/>
                  </a:lnTo>
                  <a:lnTo>
                    <a:pt x="960928" y="3099"/>
                  </a:lnTo>
                  <a:lnTo>
                    <a:pt x="1000015" y="19465"/>
                  </a:lnTo>
                  <a:lnTo>
                    <a:pt x="1042273" y="57537"/>
                  </a:lnTo>
                  <a:lnTo>
                    <a:pt x="1053725" y="73913"/>
                  </a:lnTo>
                  <a:lnTo>
                    <a:pt x="1087846" y="36287"/>
                  </a:lnTo>
                  <a:lnTo>
                    <a:pt x="1127488" y="11779"/>
                  </a:lnTo>
                  <a:lnTo>
                    <a:pt x="1170348" y="622"/>
                  </a:lnTo>
                  <a:lnTo>
                    <a:pt x="1214125" y="3047"/>
                  </a:lnTo>
                  <a:lnTo>
                    <a:pt x="1256516" y="19287"/>
                  </a:lnTo>
                  <a:lnTo>
                    <a:pt x="1295221" y="49574"/>
                  </a:lnTo>
                  <a:lnTo>
                    <a:pt x="1332875" y="104726"/>
                  </a:lnTo>
                  <a:lnTo>
                    <a:pt x="1353061" y="172183"/>
                  </a:lnTo>
                  <a:lnTo>
                    <a:pt x="1393378" y="191978"/>
                  </a:lnTo>
                  <a:lnTo>
                    <a:pt x="1427869" y="221510"/>
                  </a:lnTo>
                  <a:lnTo>
                    <a:pt x="1455739" y="259076"/>
                  </a:lnTo>
                  <a:lnTo>
                    <a:pt x="1476196" y="302975"/>
                  </a:lnTo>
                  <a:lnTo>
                    <a:pt x="1488447" y="351506"/>
                  </a:lnTo>
                  <a:lnTo>
                    <a:pt x="1491700" y="402967"/>
                  </a:lnTo>
                  <a:lnTo>
                    <a:pt x="1485161" y="455656"/>
                  </a:lnTo>
                  <a:lnTo>
                    <a:pt x="1483330" y="463375"/>
                  </a:lnTo>
                  <a:lnTo>
                    <a:pt x="1481283" y="471008"/>
                  </a:lnTo>
                  <a:lnTo>
                    <a:pt x="1479020" y="478549"/>
                  </a:lnTo>
                  <a:lnTo>
                    <a:pt x="1476545" y="485991"/>
                  </a:lnTo>
                  <a:lnTo>
                    <a:pt x="1499660" y="530595"/>
                  </a:lnTo>
                  <a:lnTo>
                    <a:pt x="1515486" y="578155"/>
                  </a:lnTo>
                  <a:lnTo>
                    <a:pt x="1524146" y="627512"/>
                  </a:lnTo>
                  <a:lnTo>
                    <a:pt x="1525764" y="677506"/>
                  </a:lnTo>
                  <a:lnTo>
                    <a:pt x="1520465" y="726979"/>
                  </a:lnTo>
                  <a:lnTo>
                    <a:pt x="1508373" y="774770"/>
                  </a:lnTo>
                  <a:lnTo>
                    <a:pt x="1489613" y="819721"/>
                  </a:lnTo>
                  <a:lnTo>
                    <a:pt x="1464307" y="860672"/>
                  </a:lnTo>
                  <a:lnTo>
                    <a:pt x="1432581" y="896464"/>
                  </a:lnTo>
                  <a:lnTo>
                    <a:pt x="1379737" y="934102"/>
                  </a:lnTo>
                  <a:lnTo>
                    <a:pt x="1320827" y="954092"/>
                  </a:lnTo>
                  <a:lnTo>
                    <a:pt x="1316351" y="1004388"/>
                  </a:lnTo>
                  <a:lnTo>
                    <a:pt x="1304153" y="1051156"/>
                  </a:lnTo>
                  <a:lnTo>
                    <a:pt x="1285059" y="1093398"/>
                  </a:lnTo>
                  <a:lnTo>
                    <a:pt x="1259897" y="1130119"/>
                  </a:lnTo>
                  <a:lnTo>
                    <a:pt x="1229495" y="1160321"/>
                  </a:lnTo>
                  <a:lnTo>
                    <a:pt x="1194679" y="1183009"/>
                  </a:lnTo>
                  <a:lnTo>
                    <a:pt x="1156277" y="1197186"/>
                  </a:lnTo>
                  <a:lnTo>
                    <a:pt x="1115115" y="1201857"/>
                  </a:lnTo>
                  <a:lnTo>
                    <a:pt x="1087090" y="1199213"/>
                  </a:lnTo>
                  <a:lnTo>
                    <a:pt x="1059754" y="1191926"/>
                  </a:lnTo>
                  <a:lnTo>
                    <a:pt x="1033489" y="1180132"/>
                  </a:lnTo>
                  <a:lnTo>
                    <a:pt x="1008678" y="1163967"/>
                  </a:lnTo>
                  <a:lnTo>
                    <a:pt x="992597" y="1212935"/>
                  </a:lnTo>
                  <a:lnTo>
                    <a:pt x="970330" y="1256371"/>
                  </a:lnTo>
                  <a:lnTo>
                    <a:pt x="942714" y="1293724"/>
                  </a:lnTo>
                  <a:lnTo>
                    <a:pt x="910588" y="1324441"/>
                  </a:lnTo>
                  <a:lnTo>
                    <a:pt x="874792" y="1347973"/>
                  </a:lnTo>
                  <a:lnTo>
                    <a:pt x="836164" y="1363766"/>
                  </a:lnTo>
                  <a:lnTo>
                    <a:pt x="795543" y="1371270"/>
                  </a:lnTo>
                  <a:lnTo>
                    <a:pt x="753768" y="1369933"/>
                  </a:lnTo>
                  <a:lnTo>
                    <a:pt x="711676" y="1359205"/>
                  </a:lnTo>
                  <a:lnTo>
                    <a:pt x="673568" y="1340496"/>
                  </a:lnTo>
                  <a:lnTo>
                    <a:pt x="638880" y="1314247"/>
                  </a:lnTo>
                  <a:lnTo>
                    <a:pt x="608341" y="1281121"/>
                  </a:lnTo>
                  <a:lnTo>
                    <a:pt x="582679" y="1241783"/>
                  </a:lnTo>
                  <a:lnTo>
                    <a:pt x="542981" y="1266002"/>
                  </a:lnTo>
                  <a:lnTo>
                    <a:pt x="501748" y="1281667"/>
                  </a:lnTo>
                  <a:lnTo>
                    <a:pt x="459749" y="1289015"/>
                  </a:lnTo>
                  <a:lnTo>
                    <a:pt x="417753" y="1288280"/>
                  </a:lnTo>
                  <a:lnTo>
                    <a:pt x="376531" y="1279700"/>
                  </a:lnTo>
                  <a:lnTo>
                    <a:pt x="336852" y="1263508"/>
                  </a:lnTo>
                  <a:lnTo>
                    <a:pt x="299484" y="1239941"/>
                  </a:lnTo>
                  <a:lnTo>
                    <a:pt x="265198" y="1209235"/>
                  </a:lnTo>
                  <a:lnTo>
                    <a:pt x="234763" y="1171625"/>
                  </a:lnTo>
                  <a:lnTo>
                    <a:pt x="208949" y="1127346"/>
                  </a:lnTo>
                  <a:lnTo>
                    <a:pt x="206070" y="1121318"/>
                  </a:lnTo>
                  <a:lnTo>
                    <a:pt x="164819" y="1120475"/>
                  </a:lnTo>
                  <a:lnTo>
                    <a:pt x="126520" y="1106894"/>
                  </a:lnTo>
                  <a:lnTo>
                    <a:pt x="92799" y="1082147"/>
                  </a:lnTo>
                  <a:lnTo>
                    <a:pt x="65284" y="1047803"/>
                  </a:lnTo>
                  <a:lnTo>
                    <a:pt x="45602" y="1005433"/>
                  </a:lnTo>
                  <a:lnTo>
                    <a:pt x="35378" y="956606"/>
                  </a:lnTo>
                  <a:lnTo>
                    <a:pt x="35124" y="915624"/>
                  </a:lnTo>
                  <a:lnTo>
                    <a:pt x="42030" y="875996"/>
                  </a:lnTo>
                  <a:lnTo>
                    <a:pt x="55728" y="839098"/>
                  </a:lnTo>
                  <a:lnTo>
                    <a:pt x="75846" y="806302"/>
                  </a:lnTo>
                  <a:lnTo>
                    <a:pt x="43451" y="775126"/>
                  </a:lnTo>
                  <a:lnTo>
                    <a:pt x="19663" y="735921"/>
                  </a:lnTo>
                  <a:lnTo>
                    <a:pt x="5005" y="691148"/>
                  </a:lnTo>
                  <a:lnTo>
                    <a:pt x="0" y="643268"/>
                  </a:lnTo>
                  <a:lnTo>
                    <a:pt x="5169" y="594744"/>
                  </a:lnTo>
                  <a:lnTo>
                    <a:pt x="21036" y="548037"/>
                  </a:lnTo>
                  <a:lnTo>
                    <a:pt x="42827" y="512577"/>
                  </a:lnTo>
                  <a:lnTo>
                    <a:pt x="70348" y="484703"/>
                  </a:lnTo>
                  <a:lnTo>
                    <a:pt x="137584" y="455665"/>
                  </a:lnTo>
                  <a:lnTo>
                    <a:pt x="138868" y="451393"/>
                  </a:lnTo>
                  <a:close/>
                </a:path>
                <a:path w="1525904" h="1371600">
                  <a:moveTo>
                    <a:pt x="166844" y="826265"/>
                  </a:moveTo>
                  <a:lnTo>
                    <a:pt x="143520" y="826310"/>
                  </a:lnTo>
                  <a:lnTo>
                    <a:pt x="120590" y="822034"/>
                  </a:lnTo>
                  <a:lnTo>
                    <a:pt x="98446" y="813547"/>
                  </a:lnTo>
                  <a:lnTo>
                    <a:pt x="77481" y="800960"/>
                  </a:lnTo>
                </a:path>
                <a:path w="1525904" h="1371600">
                  <a:moveTo>
                    <a:pt x="245689" y="1103188"/>
                  </a:moveTo>
                  <a:lnTo>
                    <a:pt x="236175" y="1107390"/>
                  </a:lnTo>
                  <a:lnTo>
                    <a:pt x="226467" y="1110816"/>
                  </a:lnTo>
                  <a:lnTo>
                    <a:pt x="216595" y="1113455"/>
                  </a:lnTo>
                  <a:lnTo>
                    <a:pt x="206591" y="1115299"/>
                  </a:lnTo>
                </a:path>
                <a:path w="1525904" h="1371600">
                  <a:moveTo>
                    <a:pt x="582592" y="1236253"/>
                  </a:moveTo>
                  <a:lnTo>
                    <a:pt x="575808" y="1223036"/>
                  </a:lnTo>
                  <a:lnTo>
                    <a:pt x="569611" y="1209403"/>
                  </a:lnTo>
                  <a:lnTo>
                    <a:pt x="564016" y="1195383"/>
                  </a:lnTo>
                  <a:lnTo>
                    <a:pt x="559034" y="1181007"/>
                  </a:lnTo>
                </a:path>
                <a:path w="1525904" h="1371600">
                  <a:moveTo>
                    <a:pt x="1018238" y="1098489"/>
                  </a:moveTo>
                  <a:lnTo>
                    <a:pt x="1016867" y="1113857"/>
                  </a:lnTo>
                  <a:lnTo>
                    <a:pt x="1014839" y="1129105"/>
                  </a:lnTo>
                  <a:lnTo>
                    <a:pt x="1012158" y="1144199"/>
                  </a:lnTo>
                  <a:lnTo>
                    <a:pt x="1008830" y="1159109"/>
                  </a:lnTo>
                </a:path>
                <a:path w="1525904" h="1371600">
                  <a:moveTo>
                    <a:pt x="1205280" y="723935"/>
                  </a:moveTo>
                  <a:lnTo>
                    <a:pt x="1244423" y="754443"/>
                  </a:lnTo>
                  <a:lnTo>
                    <a:pt x="1276384" y="794171"/>
                  </a:lnTo>
                  <a:lnTo>
                    <a:pt x="1300245" y="841299"/>
                  </a:lnTo>
                  <a:lnTo>
                    <a:pt x="1315084" y="894012"/>
                  </a:lnTo>
                  <a:lnTo>
                    <a:pt x="1319983" y="950491"/>
                  </a:lnTo>
                </a:path>
                <a:path w="1525904" h="1371600">
                  <a:moveTo>
                    <a:pt x="1475825" y="482635"/>
                  </a:moveTo>
                  <a:lnTo>
                    <a:pt x="1466127" y="506489"/>
                  </a:lnTo>
                  <a:lnTo>
                    <a:pt x="1454297" y="528742"/>
                  </a:lnTo>
                  <a:lnTo>
                    <a:pt x="1440462" y="549179"/>
                  </a:lnTo>
                  <a:lnTo>
                    <a:pt x="1424751" y="567588"/>
                  </a:lnTo>
                </a:path>
                <a:path w="1525904" h="1371600">
                  <a:moveTo>
                    <a:pt x="1353271" y="167421"/>
                  </a:moveTo>
                  <a:lnTo>
                    <a:pt x="1354537" y="177383"/>
                  </a:lnTo>
                  <a:lnTo>
                    <a:pt x="1355410" y="187402"/>
                  </a:lnTo>
                  <a:lnTo>
                    <a:pt x="1355887" y="197461"/>
                  </a:lnTo>
                  <a:lnTo>
                    <a:pt x="1355967" y="207542"/>
                  </a:lnTo>
                </a:path>
                <a:path w="1525904" h="1371600">
                  <a:moveTo>
                    <a:pt x="1027092" y="120621"/>
                  </a:moveTo>
                  <a:lnTo>
                    <a:pt x="1032483" y="106987"/>
                  </a:lnTo>
                  <a:lnTo>
                    <a:pt x="1038658" y="93880"/>
                  </a:lnTo>
                  <a:lnTo>
                    <a:pt x="1045591" y="81353"/>
                  </a:lnTo>
                  <a:lnTo>
                    <a:pt x="1053256" y="69455"/>
                  </a:lnTo>
                </a:path>
                <a:path w="1525904" h="1371600">
                  <a:moveTo>
                    <a:pt x="782370" y="145005"/>
                  </a:moveTo>
                  <a:lnTo>
                    <a:pt x="784694" y="133627"/>
                  </a:lnTo>
                  <a:lnTo>
                    <a:pt x="787587" y="122458"/>
                  </a:lnTo>
                  <a:lnTo>
                    <a:pt x="791039" y="111531"/>
                  </a:lnTo>
                  <a:lnTo>
                    <a:pt x="795043" y="100878"/>
                  </a:lnTo>
                </a:path>
                <a:path w="1525904" h="1371600">
                  <a:moveTo>
                    <a:pt x="495173" y="159991"/>
                  </a:moveTo>
                  <a:lnTo>
                    <a:pt x="507418" y="169400"/>
                  </a:lnTo>
                  <a:lnTo>
                    <a:pt x="519163" y="179691"/>
                  </a:lnTo>
                  <a:lnTo>
                    <a:pt x="530378" y="190835"/>
                  </a:lnTo>
                  <a:lnTo>
                    <a:pt x="541030" y="202802"/>
                  </a:lnTo>
                </a:path>
                <a:path w="1525904" h="1371600">
                  <a:moveTo>
                    <a:pt x="146876" y="496446"/>
                  </a:moveTo>
                  <a:lnTo>
                    <a:pt x="144331" y="485337"/>
                  </a:lnTo>
                  <a:lnTo>
                    <a:pt x="142148" y="474119"/>
                  </a:lnTo>
                  <a:lnTo>
                    <a:pt x="140328" y="462803"/>
                  </a:lnTo>
                  <a:lnTo>
                    <a:pt x="138873" y="451404"/>
                  </a:lnTo>
                </a:path>
              </a:pathLst>
            </a:custGeom>
            <a:ln w="12699">
              <a:solidFill>
                <a:srgbClr val="AD44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69169" y="4038600"/>
              <a:ext cx="1061085" cy="757555"/>
            </a:xfrm>
            <a:custGeom>
              <a:avLst/>
              <a:gdLst/>
              <a:ahLst/>
              <a:cxnLst/>
              <a:rect l="l" t="t" r="r" b="b"/>
              <a:pathLst>
                <a:path w="1061085" h="757554">
                  <a:moveTo>
                    <a:pt x="913138" y="129127"/>
                  </a:moveTo>
                  <a:lnTo>
                    <a:pt x="0" y="129127"/>
                  </a:lnTo>
                  <a:lnTo>
                    <a:pt x="0" y="730210"/>
                  </a:lnTo>
                  <a:lnTo>
                    <a:pt x="59518" y="741677"/>
                  </a:lnTo>
                  <a:lnTo>
                    <a:pt x="113891" y="749810"/>
                  </a:lnTo>
                  <a:lnTo>
                    <a:pt x="163632" y="754882"/>
                  </a:lnTo>
                  <a:lnTo>
                    <a:pt x="209257" y="757168"/>
                  </a:lnTo>
                  <a:lnTo>
                    <a:pt x="251280" y="756941"/>
                  </a:lnTo>
                  <a:lnTo>
                    <a:pt x="290215" y="754473"/>
                  </a:lnTo>
                  <a:lnTo>
                    <a:pt x="360881" y="743908"/>
                  </a:lnTo>
                  <a:lnTo>
                    <a:pt x="425372" y="727660"/>
                  </a:lnTo>
                  <a:lnTo>
                    <a:pt x="552291" y="686858"/>
                  </a:lnTo>
                  <a:lnTo>
                    <a:pt x="586592" y="676521"/>
                  </a:lnTo>
                  <a:lnTo>
                    <a:pt x="661884" y="657596"/>
                  </a:lnTo>
                  <a:lnTo>
                    <a:pt x="703903" y="649554"/>
                  </a:lnTo>
                  <a:lnTo>
                    <a:pt x="749523" y="642823"/>
                  </a:lnTo>
                  <a:lnTo>
                    <a:pt x="799259" y="637677"/>
                  </a:lnTo>
                  <a:lnTo>
                    <a:pt x="853626" y="634390"/>
                  </a:lnTo>
                  <a:lnTo>
                    <a:pt x="913138" y="633233"/>
                  </a:lnTo>
                  <a:lnTo>
                    <a:pt x="913138" y="129127"/>
                  </a:lnTo>
                  <a:close/>
                </a:path>
                <a:path w="1061085" h="757554">
                  <a:moveTo>
                    <a:pt x="982132" y="63773"/>
                  </a:moveTo>
                  <a:lnTo>
                    <a:pt x="75230" y="63773"/>
                  </a:lnTo>
                  <a:lnTo>
                    <a:pt x="75230" y="129127"/>
                  </a:lnTo>
                  <a:lnTo>
                    <a:pt x="913138" y="129127"/>
                  </a:lnTo>
                  <a:lnTo>
                    <a:pt x="913138" y="574555"/>
                  </a:lnTo>
                  <a:lnTo>
                    <a:pt x="919071" y="574006"/>
                  </a:lnTo>
                  <a:lnTo>
                    <a:pt x="934708" y="572798"/>
                  </a:lnTo>
                  <a:lnTo>
                    <a:pt x="956809" y="571590"/>
                  </a:lnTo>
                  <a:lnTo>
                    <a:pt x="982132" y="571041"/>
                  </a:lnTo>
                  <a:lnTo>
                    <a:pt x="982132" y="63773"/>
                  </a:lnTo>
                  <a:close/>
                </a:path>
                <a:path w="1061085" h="757554">
                  <a:moveTo>
                    <a:pt x="1060704" y="0"/>
                  </a:moveTo>
                  <a:lnTo>
                    <a:pt x="145945" y="0"/>
                  </a:lnTo>
                  <a:lnTo>
                    <a:pt x="145945" y="63773"/>
                  </a:lnTo>
                  <a:lnTo>
                    <a:pt x="982132" y="63773"/>
                  </a:lnTo>
                  <a:lnTo>
                    <a:pt x="982132" y="508322"/>
                  </a:lnTo>
                  <a:lnTo>
                    <a:pt x="988885" y="507910"/>
                  </a:lnTo>
                  <a:lnTo>
                    <a:pt x="1006686" y="507004"/>
                  </a:lnTo>
                  <a:lnTo>
                    <a:pt x="1031853" y="506099"/>
                  </a:lnTo>
                  <a:lnTo>
                    <a:pt x="1060704" y="505687"/>
                  </a:lnTo>
                  <a:lnTo>
                    <a:pt x="1060704" y="0"/>
                  </a:lnTo>
                  <a:close/>
                </a:path>
              </a:pathLst>
            </a:custGeom>
            <a:solidFill>
              <a:srgbClr val="DD5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69169" y="4038600"/>
              <a:ext cx="1061085" cy="757555"/>
            </a:xfrm>
            <a:custGeom>
              <a:avLst/>
              <a:gdLst/>
              <a:ahLst/>
              <a:cxnLst/>
              <a:rect l="l" t="t" r="r" b="b"/>
              <a:pathLst>
                <a:path w="1061085" h="757554">
                  <a:moveTo>
                    <a:pt x="0" y="129127"/>
                  </a:moveTo>
                  <a:lnTo>
                    <a:pt x="913138" y="129127"/>
                  </a:lnTo>
                  <a:lnTo>
                    <a:pt x="913138" y="633232"/>
                  </a:lnTo>
                  <a:lnTo>
                    <a:pt x="853626" y="634389"/>
                  </a:lnTo>
                  <a:lnTo>
                    <a:pt x="799259" y="637677"/>
                  </a:lnTo>
                  <a:lnTo>
                    <a:pt x="749522" y="642823"/>
                  </a:lnTo>
                  <a:lnTo>
                    <a:pt x="703902" y="649553"/>
                  </a:lnTo>
                  <a:lnTo>
                    <a:pt x="661883" y="657595"/>
                  </a:lnTo>
                  <a:lnTo>
                    <a:pt x="622951" y="666675"/>
                  </a:lnTo>
                  <a:lnTo>
                    <a:pt x="552290" y="686858"/>
                  </a:lnTo>
                  <a:lnTo>
                    <a:pt x="487802" y="707914"/>
                  </a:lnTo>
                  <a:lnTo>
                    <a:pt x="456587" y="718087"/>
                  </a:lnTo>
                  <a:lnTo>
                    <a:pt x="393641" y="736357"/>
                  </a:lnTo>
                  <a:lnTo>
                    <a:pt x="326577" y="750037"/>
                  </a:lnTo>
                  <a:lnTo>
                    <a:pt x="251280" y="756940"/>
                  </a:lnTo>
                  <a:lnTo>
                    <a:pt x="209257" y="757168"/>
                  </a:lnTo>
                  <a:lnTo>
                    <a:pt x="163632" y="754882"/>
                  </a:lnTo>
                  <a:lnTo>
                    <a:pt x="113891" y="749809"/>
                  </a:lnTo>
                  <a:lnTo>
                    <a:pt x="59518" y="741676"/>
                  </a:lnTo>
                  <a:lnTo>
                    <a:pt x="0" y="730209"/>
                  </a:lnTo>
                  <a:lnTo>
                    <a:pt x="0" y="129127"/>
                  </a:lnTo>
                  <a:close/>
                </a:path>
                <a:path w="1061085" h="757554">
                  <a:moveTo>
                    <a:pt x="75231" y="129127"/>
                  </a:moveTo>
                  <a:lnTo>
                    <a:pt x="75231" y="63773"/>
                  </a:lnTo>
                  <a:lnTo>
                    <a:pt x="982133" y="63773"/>
                  </a:lnTo>
                  <a:lnTo>
                    <a:pt x="982133" y="571040"/>
                  </a:lnTo>
                  <a:lnTo>
                    <a:pt x="956809" y="571589"/>
                  </a:lnTo>
                  <a:lnTo>
                    <a:pt x="934708" y="572797"/>
                  </a:lnTo>
                  <a:lnTo>
                    <a:pt x="919070" y="574005"/>
                  </a:lnTo>
                  <a:lnTo>
                    <a:pt x="913138" y="574554"/>
                  </a:lnTo>
                </a:path>
                <a:path w="1061085" h="757554">
                  <a:moveTo>
                    <a:pt x="145945" y="63773"/>
                  </a:moveTo>
                  <a:lnTo>
                    <a:pt x="145945" y="0"/>
                  </a:lnTo>
                  <a:lnTo>
                    <a:pt x="1060703" y="0"/>
                  </a:lnTo>
                  <a:lnTo>
                    <a:pt x="1060703" y="505686"/>
                  </a:lnTo>
                  <a:lnTo>
                    <a:pt x="1031853" y="506098"/>
                  </a:lnTo>
                  <a:lnTo>
                    <a:pt x="1006686" y="507004"/>
                  </a:lnTo>
                  <a:lnTo>
                    <a:pt x="988885" y="507910"/>
                  </a:lnTo>
                  <a:lnTo>
                    <a:pt x="982133" y="508322"/>
                  </a:lnTo>
                </a:path>
              </a:pathLst>
            </a:custGeom>
            <a:ln w="12699">
              <a:solidFill>
                <a:srgbClr val="AD44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927694" y="4954238"/>
            <a:ext cx="8242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60" dirty="0">
                <a:solidFill>
                  <a:srgbClr val="FFFFFF"/>
                </a:solidFill>
                <a:latin typeface="Times New Roman"/>
                <a:cs typeface="Times New Roman"/>
              </a:rPr>
              <a:t>pl</a:t>
            </a:r>
            <a:r>
              <a:rPr sz="1400" spc="-105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1400" spc="-100" dirty="0">
                <a:solidFill>
                  <a:srgbClr val="FFFFFF"/>
                </a:solidFill>
                <a:latin typeface="Times New Roman"/>
                <a:cs typeface="Times New Roman"/>
              </a:rPr>
              <a:t>ym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nt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157861" y="2968625"/>
            <a:ext cx="118110" cy="1608455"/>
            <a:chOff x="1157861" y="2968625"/>
            <a:chExt cx="118110" cy="1608455"/>
          </a:xfrm>
        </p:grpSpPr>
        <p:sp>
          <p:nvSpPr>
            <p:cNvPr id="22" name="object 22"/>
            <p:cNvSpPr/>
            <p:nvPr/>
          </p:nvSpPr>
          <p:spPr>
            <a:xfrm>
              <a:off x="1181099" y="2993823"/>
              <a:ext cx="38100" cy="1578610"/>
            </a:xfrm>
            <a:custGeom>
              <a:avLst/>
              <a:gdLst/>
              <a:ahLst/>
              <a:cxnLst/>
              <a:rect l="l" t="t" r="r" b="b"/>
              <a:pathLst>
                <a:path w="38100" h="1578610">
                  <a:moveTo>
                    <a:pt x="0" y="1578176"/>
                  </a:moveTo>
                  <a:lnTo>
                    <a:pt x="37501" y="0"/>
                  </a:lnTo>
                </a:path>
              </a:pathLst>
            </a:custGeom>
            <a:ln w="9524">
              <a:solidFill>
                <a:srgbClr val="BF48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7861" y="2968625"/>
              <a:ext cx="117875" cy="11694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658937" y="2090420"/>
            <a:ext cx="145796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37185" marR="5080" indent="-325120">
              <a:lnSpc>
                <a:spcPts val="2100"/>
              </a:lnSpc>
              <a:spcBef>
                <a:spcPts val="219"/>
              </a:spcBef>
              <a:tabLst>
                <a:tab pos="337185" algn="l"/>
                <a:tab pos="1444625" algn="l"/>
              </a:tabLst>
            </a:pPr>
            <a:r>
              <a:rPr sz="1800" u="sng" spc="-45" dirty="0">
                <a:uFill>
                  <a:solidFill>
                    <a:srgbClr val="BF4803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800" u="sng" spc="-90" dirty="0">
                <a:uFill>
                  <a:solidFill>
                    <a:srgbClr val="BF4803"/>
                  </a:solidFill>
                </a:uFill>
                <a:latin typeface="Times New Roman"/>
                <a:cs typeface="Times New Roman"/>
              </a:rPr>
              <a:t>Regular 	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Interval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02137" y="2059940"/>
            <a:ext cx="2448560" cy="9017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2435225" algn="l"/>
              </a:tabLst>
            </a:pPr>
            <a:r>
              <a:rPr sz="1800" u="sng" spc="-45" dirty="0">
                <a:uFill>
                  <a:solidFill>
                    <a:srgbClr val="BF4803"/>
                  </a:solidFill>
                </a:u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  <a:p>
            <a:pPr marL="946785" marR="478790">
              <a:lnSpc>
                <a:spcPts val="2100"/>
              </a:lnSpc>
              <a:spcBef>
                <a:spcPts val="359"/>
              </a:spcBef>
            </a:pPr>
            <a:r>
              <a:rPr sz="1800" spc="-185" dirty="0">
                <a:latin typeface="Times New Roman"/>
                <a:cs typeface="Times New Roman"/>
              </a:rPr>
              <a:t>E</a:t>
            </a:r>
            <a:r>
              <a:rPr sz="1800" spc="-110" dirty="0">
                <a:latin typeface="Times New Roman"/>
                <a:cs typeface="Times New Roman"/>
              </a:rPr>
              <a:t>x</a:t>
            </a:r>
            <a:r>
              <a:rPr sz="1800" spc="-70" dirty="0">
                <a:latin typeface="Times New Roman"/>
                <a:cs typeface="Times New Roman"/>
              </a:rPr>
              <a:t>e</a:t>
            </a:r>
            <a:r>
              <a:rPr sz="1800" spc="-110" dirty="0">
                <a:latin typeface="Times New Roman"/>
                <a:cs typeface="Times New Roman"/>
              </a:rPr>
              <a:t>c</a:t>
            </a:r>
            <a:r>
              <a:rPr sz="1800" spc="-65" dirty="0">
                <a:latin typeface="Times New Roman"/>
                <a:cs typeface="Times New Roman"/>
              </a:rPr>
              <a:t>uta</a:t>
            </a:r>
            <a:r>
              <a:rPr sz="1800" spc="-125" dirty="0">
                <a:latin typeface="Times New Roman"/>
                <a:cs typeface="Times New Roman"/>
              </a:rPr>
              <a:t>b</a:t>
            </a:r>
            <a:r>
              <a:rPr sz="1800" spc="-75" dirty="0">
                <a:latin typeface="Times New Roman"/>
                <a:cs typeface="Times New Roman"/>
              </a:rPr>
              <a:t>l</a:t>
            </a:r>
            <a:r>
              <a:rPr sz="1800" spc="-70" dirty="0">
                <a:latin typeface="Times New Roman"/>
                <a:cs typeface="Times New Roman"/>
              </a:rPr>
              <a:t>e</a:t>
            </a:r>
            <a:r>
              <a:rPr sz="1800" spc="370" dirty="0">
                <a:latin typeface="Times New Roman"/>
                <a:cs typeface="Times New Roman"/>
              </a:rPr>
              <a:t>/  </a:t>
            </a:r>
            <a:r>
              <a:rPr sz="1800" spc="-120" dirty="0">
                <a:latin typeface="Times New Roman"/>
                <a:cs typeface="Times New Roman"/>
              </a:rPr>
              <a:t>Package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4539" y="3126740"/>
            <a:ext cx="3620135" cy="162115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374900">
              <a:lnSpc>
                <a:spcPct val="100000"/>
              </a:lnSpc>
              <a:spcBef>
                <a:spcPts val="940"/>
              </a:spcBef>
            </a:pPr>
            <a:r>
              <a:rPr sz="1800" spc="-325" dirty="0">
                <a:latin typeface="Times New Roman"/>
                <a:cs typeface="Times New Roman"/>
              </a:rPr>
              <a:t>T</a:t>
            </a:r>
            <a:r>
              <a:rPr sz="1800" spc="-70" dirty="0">
                <a:latin typeface="Times New Roman"/>
                <a:cs typeface="Times New Roman"/>
              </a:rPr>
              <a:t>e</a:t>
            </a:r>
            <a:r>
              <a:rPr sz="1800" spc="-85" dirty="0">
                <a:latin typeface="Times New Roman"/>
                <a:cs typeface="Times New Roman"/>
              </a:rPr>
              <a:t>sting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Times New Roman"/>
                <a:cs typeface="Times New Roman"/>
              </a:rPr>
              <a:t>R</a:t>
            </a:r>
            <a:r>
              <a:rPr sz="1800" spc="-70" dirty="0">
                <a:latin typeface="Times New Roman"/>
                <a:cs typeface="Times New Roman"/>
              </a:rPr>
              <a:t>e</a:t>
            </a:r>
            <a:r>
              <a:rPr sz="1800" spc="-95" dirty="0">
                <a:latin typeface="Times New Roman"/>
                <a:cs typeface="Times New Roman"/>
              </a:rPr>
              <a:t>sul</a:t>
            </a:r>
            <a:r>
              <a:rPr sz="1800" spc="-60" dirty="0">
                <a:latin typeface="Times New Roman"/>
                <a:cs typeface="Times New Roman"/>
              </a:rPr>
              <a:t>ts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spc="-100" dirty="0">
                <a:latin typeface="Times New Roman"/>
                <a:cs typeface="Times New Roman"/>
              </a:rPr>
              <a:t>Sour</a:t>
            </a:r>
            <a:r>
              <a:rPr sz="1800" spc="-110" dirty="0">
                <a:latin typeface="Times New Roman"/>
                <a:cs typeface="Times New Roman"/>
              </a:rPr>
              <a:t>c</a:t>
            </a:r>
            <a:r>
              <a:rPr sz="1800" spc="-70" dirty="0">
                <a:latin typeface="Times New Roman"/>
                <a:cs typeface="Times New Roman"/>
              </a:rPr>
              <a:t>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95" dirty="0">
                <a:latin typeface="Times New Roman"/>
                <a:cs typeface="Times New Roman"/>
              </a:rPr>
              <a:t>&amp;</a:t>
            </a:r>
            <a:r>
              <a:rPr sz="1800" spc="-265" dirty="0">
                <a:latin typeface="Times New Roman"/>
                <a:cs typeface="Times New Roman"/>
              </a:rPr>
              <a:t> </a:t>
            </a:r>
            <a:r>
              <a:rPr sz="1800" spc="-325" dirty="0">
                <a:latin typeface="Times New Roman"/>
                <a:cs typeface="Times New Roman"/>
              </a:rPr>
              <a:t>T</a:t>
            </a:r>
            <a:r>
              <a:rPr sz="1800" spc="-70" dirty="0">
                <a:latin typeface="Times New Roman"/>
                <a:cs typeface="Times New Roman"/>
              </a:rPr>
              <a:t>e</a:t>
            </a:r>
            <a:r>
              <a:rPr sz="1800" spc="-85" dirty="0">
                <a:latin typeface="Times New Roman"/>
                <a:cs typeface="Times New Roman"/>
              </a:rPr>
              <a:t>sts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>
              <a:latin typeface="Times New Roman"/>
              <a:cs typeface="Times New Roman"/>
            </a:endParaRPr>
          </a:p>
          <a:p>
            <a:pPr marL="2532380" marR="415925" indent="166370">
              <a:lnSpc>
                <a:spcPts val="2100"/>
              </a:lnSpc>
            </a:pPr>
            <a:r>
              <a:rPr sz="1800" spc="-130" dirty="0">
                <a:solidFill>
                  <a:srgbClr val="FFFFFF"/>
                </a:solidFill>
                <a:latin typeface="Times New Roman"/>
                <a:cs typeface="Times New Roman"/>
              </a:rPr>
              <a:t>Test </a:t>
            </a:r>
            <a:r>
              <a:rPr sz="18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po</a:t>
            </a:r>
            <a:r>
              <a:rPr sz="1800" spc="2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ts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008266" y="1604636"/>
            <a:ext cx="4383405" cy="2893695"/>
            <a:chOff x="3008266" y="1604636"/>
            <a:chExt cx="4383405" cy="2893695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2076" y="2301580"/>
              <a:ext cx="115923" cy="11790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30253" y="1604636"/>
              <a:ext cx="1289345" cy="151331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08266" y="2302460"/>
              <a:ext cx="115933" cy="11790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419599" y="2361295"/>
              <a:ext cx="2951480" cy="2122170"/>
            </a:xfrm>
            <a:custGeom>
              <a:avLst/>
              <a:gdLst/>
              <a:ahLst/>
              <a:cxnLst/>
              <a:rect l="l" t="t" r="r" b="b"/>
              <a:pathLst>
                <a:path w="2951479" h="2122170">
                  <a:moveTo>
                    <a:pt x="0" y="0"/>
                  </a:moveTo>
                  <a:lnTo>
                    <a:pt x="2951335" y="2122061"/>
                  </a:lnTo>
                </a:path>
              </a:pathLst>
            </a:custGeom>
            <a:ln w="9524">
              <a:solidFill>
                <a:srgbClr val="BF48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69808" y="4388327"/>
              <a:ext cx="121589" cy="10974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771899" y="3117955"/>
              <a:ext cx="1270" cy="895985"/>
            </a:xfrm>
            <a:custGeom>
              <a:avLst/>
              <a:gdLst/>
              <a:ahLst/>
              <a:cxnLst/>
              <a:rect l="l" t="t" r="r" b="b"/>
              <a:pathLst>
                <a:path w="1270" h="895985">
                  <a:moveTo>
                    <a:pt x="0" y="0"/>
                  </a:moveTo>
                  <a:lnTo>
                    <a:pt x="772" y="895545"/>
                  </a:lnTo>
                </a:path>
              </a:pathLst>
            </a:custGeom>
            <a:ln w="9524">
              <a:solidFill>
                <a:srgbClr val="BF48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13651" y="3922758"/>
              <a:ext cx="117909" cy="1159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52546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52775" algn="l"/>
              </a:tabLst>
            </a:pPr>
            <a:r>
              <a:rPr spc="-155" dirty="0"/>
              <a:t>Why</a:t>
            </a:r>
            <a:r>
              <a:rPr dirty="0"/>
              <a:t> </a:t>
            </a:r>
            <a:r>
              <a:rPr spc="-20" dirty="0"/>
              <a:t>Jenkins?	</a:t>
            </a:r>
            <a:r>
              <a:rPr spc="-60" dirty="0"/>
              <a:t>Flexibility!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409700"/>
            <a:ext cx="7261225" cy="221996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6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0" dirty="0">
                <a:latin typeface="Times New Roman"/>
                <a:cs typeface="Times New Roman"/>
              </a:rPr>
              <a:t>Jenkins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highly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configurable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system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by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itself</a:t>
            </a:r>
            <a:endParaRPr sz="2600">
              <a:latin typeface="Times New Roman"/>
              <a:cs typeface="Times New Roman"/>
            </a:endParaRPr>
          </a:p>
          <a:p>
            <a:pPr marL="279400" marR="5080" indent="-266700">
              <a:lnSpc>
                <a:spcPct val="100000"/>
              </a:lnSpc>
              <a:spcBef>
                <a:spcPts val="56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additional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community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developed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plugins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provide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even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more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flexibility</a:t>
            </a:r>
            <a:endParaRPr sz="2600">
              <a:latin typeface="Times New Roman"/>
              <a:cs typeface="Times New Roman"/>
            </a:endParaRPr>
          </a:p>
          <a:p>
            <a:pPr marL="279400" marR="488315" indent="-266700">
              <a:lnSpc>
                <a:spcPct val="100000"/>
              </a:lnSpc>
              <a:spcBef>
                <a:spcPts val="56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15" dirty="0">
                <a:latin typeface="Times New Roman"/>
                <a:cs typeface="Times New Roman"/>
              </a:rPr>
              <a:t>By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combining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Jenkins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with</a:t>
            </a:r>
            <a:r>
              <a:rPr sz="2600" spc="-26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Ant,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Gradle,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other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Build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Automation</a:t>
            </a:r>
            <a:r>
              <a:rPr sz="2600" spc="-65" dirty="0">
                <a:latin typeface="Times New Roman"/>
                <a:cs typeface="Times New Roman"/>
              </a:rPr>
              <a:t> tools,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possibilities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are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limitless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5105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Why</a:t>
            </a:r>
            <a:r>
              <a:rPr spc="-40" dirty="0"/>
              <a:t> </a:t>
            </a:r>
            <a:r>
              <a:rPr spc="-20" dirty="0"/>
              <a:t>Jenkins?</a:t>
            </a:r>
            <a:r>
              <a:rPr spc="-30" dirty="0"/>
              <a:t> </a:t>
            </a:r>
            <a:r>
              <a:rPr spc="-45" dirty="0"/>
              <a:t>Free/OSS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409700"/>
            <a:ext cx="6216650" cy="22936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6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29" dirty="0">
                <a:latin typeface="Times New Roman"/>
                <a:cs typeface="Times New Roman"/>
              </a:rPr>
              <a:t>J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45" dirty="0">
                <a:latin typeface="Times New Roman"/>
                <a:cs typeface="Times New Roman"/>
              </a:rPr>
              <a:t>nkins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40" dirty="0">
                <a:latin typeface="Times New Roman"/>
                <a:cs typeface="Times New Roman"/>
              </a:rPr>
              <a:t>s</a:t>
            </a:r>
            <a:r>
              <a:rPr sz="2600" spc="-165" dirty="0">
                <a:latin typeface="Times New Roman"/>
                <a:cs typeface="Times New Roman"/>
              </a:rPr>
              <a:t>e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und</a:t>
            </a:r>
            <a:r>
              <a:rPr sz="2600" spc="-105" dirty="0">
                <a:latin typeface="Times New Roman"/>
                <a:cs typeface="Times New Roman"/>
              </a:rPr>
              <a:t>e</a:t>
            </a:r>
            <a:r>
              <a:rPr sz="2600" spc="25" dirty="0">
                <a:latin typeface="Times New Roman"/>
                <a:cs typeface="Times New Roman"/>
              </a:rPr>
              <a:t>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65" dirty="0">
                <a:latin typeface="Times New Roman"/>
                <a:cs typeface="Times New Roman"/>
              </a:rPr>
              <a:t>M</a:t>
            </a:r>
            <a:r>
              <a:rPr sz="2600" spc="-145" dirty="0">
                <a:latin typeface="Times New Roman"/>
                <a:cs typeface="Times New Roman"/>
              </a:rPr>
              <a:t>I</a:t>
            </a:r>
            <a:r>
              <a:rPr sz="2600" spc="-12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Li</a:t>
            </a:r>
            <a:r>
              <a:rPr sz="2600" spc="-195" dirty="0">
                <a:latin typeface="Times New Roman"/>
                <a:cs typeface="Times New Roman"/>
              </a:rPr>
              <a:t>c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40" dirty="0">
                <a:latin typeface="Times New Roman"/>
                <a:cs typeface="Times New Roman"/>
              </a:rPr>
              <a:t>nse</a:t>
            </a:r>
            <a:endParaRPr sz="2600">
              <a:latin typeface="Times New Roman"/>
              <a:cs typeface="Times New Roman"/>
            </a:endParaRPr>
          </a:p>
          <a:p>
            <a:pPr marL="279400" marR="5080" indent="-266700">
              <a:lnSpc>
                <a:spcPct val="100000"/>
              </a:lnSpc>
              <a:spcBef>
                <a:spcPts val="56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0" dirty="0">
                <a:latin typeface="Times New Roman"/>
                <a:cs typeface="Times New Roman"/>
              </a:rPr>
              <a:t>Th</a:t>
            </a:r>
            <a:r>
              <a:rPr sz="2600" spc="-114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160" dirty="0">
                <a:latin typeface="Times New Roman"/>
                <a:cs typeface="Times New Roman"/>
              </a:rPr>
              <a:t>ge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suppo</a:t>
            </a:r>
            <a:r>
              <a:rPr sz="2600" spc="15" dirty="0">
                <a:latin typeface="Times New Roman"/>
                <a:cs typeface="Times New Roman"/>
              </a:rPr>
              <a:t>r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35" dirty="0">
                <a:latin typeface="Times New Roman"/>
                <a:cs typeface="Times New Roman"/>
              </a:rPr>
              <a:t>om</a:t>
            </a:r>
            <a:r>
              <a:rPr sz="2600" spc="-185" dirty="0">
                <a:latin typeface="Times New Roman"/>
                <a:cs typeface="Times New Roman"/>
              </a:rPr>
              <a:t>m</a:t>
            </a:r>
            <a:r>
              <a:rPr sz="2600" spc="-105" dirty="0">
                <a:latin typeface="Times New Roman"/>
                <a:cs typeface="Times New Roman"/>
              </a:rPr>
              <a:t>unity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tho</a:t>
            </a:r>
            <a:r>
              <a:rPr sz="2600" spc="-70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ough  </a:t>
            </a:r>
            <a:r>
              <a:rPr sz="2600" spc="-105" dirty="0">
                <a:latin typeface="Times New Roman"/>
                <a:cs typeface="Times New Roman"/>
              </a:rPr>
              <a:t>documentation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6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95" dirty="0">
                <a:latin typeface="Times New Roman"/>
                <a:cs typeface="Times New Roman"/>
              </a:rPr>
              <a:t>I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345" dirty="0">
                <a:latin typeface="Times New Roman"/>
                <a:cs typeface="Times New Roman"/>
              </a:rPr>
              <a:t>’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210" dirty="0">
                <a:latin typeface="Times New Roman"/>
                <a:cs typeface="Times New Roman"/>
              </a:rPr>
              <a:t>asy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w</a:t>
            </a:r>
            <a:r>
              <a:rPr sz="2600" spc="10" dirty="0">
                <a:latin typeface="Times New Roman"/>
                <a:cs typeface="Times New Roman"/>
              </a:rPr>
              <a:t>r</a:t>
            </a:r>
            <a:r>
              <a:rPr sz="2600" spc="-65" dirty="0">
                <a:latin typeface="Times New Roman"/>
                <a:cs typeface="Times New Roman"/>
              </a:rPr>
              <a:t>ite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pl</a:t>
            </a:r>
            <a:r>
              <a:rPr sz="2600" spc="-165" dirty="0">
                <a:latin typeface="Times New Roman"/>
                <a:cs typeface="Times New Roman"/>
              </a:rPr>
              <a:t>u</a:t>
            </a:r>
            <a:r>
              <a:rPr sz="2600" spc="-114" dirty="0">
                <a:latin typeface="Times New Roman"/>
                <a:cs typeface="Times New Roman"/>
              </a:rPr>
              <a:t>g</a:t>
            </a:r>
            <a:r>
              <a:rPr sz="2600" spc="-145" dirty="0">
                <a:latin typeface="Times New Roman"/>
                <a:cs typeface="Times New Roman"/>
              </a:rPr>
              <a:t>ins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8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0" dirty="0">
                <a:latin typeface="Times New Roman"/>
                <a:cs typeface="Times New Roman"/>
              </a:rPr>
              <a:t>Think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something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wrong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with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it?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spc="-310" dirty="0">
                <a:latin typeface="Times New Roman"/>
                <a:cs typeface="Times New Roman"/>
              </a:rPr>
              <a:t>You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fix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it!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47078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What</a:t>
            </a:r>
            <a:r>
              <a:rPr spc="-20" dirty="0"/>
              <a:t> can</a:t>
            </a:r>
            <a:r>
              <a:rPr spc="-15" dirty="0"/>
              <a:t> </a:t>
            </a:r>
            <a:r>
              <a:rPr spc="-25" dirty="0"/>
              <a:t>Jenkins </a:t>
            </a:r>
            <a:r>
              <a:rPr spc="-10" dirty="0"/>
              <a:t>do?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409700"/>
            <a:ext cx="6768465" cy="28397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6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75" dirty="0">
                <a:latin typeface="Times New Roman"/>
                <a:cs typeface="Times New Roman"/>
              </a:rPr>
              <a:t>G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14" dirty="0">
                <a:latin typeface="Times New Roman"/>
                <a:cs typeface="Times New Roman"/>
              </a:rPr>
              <a:t>n</a:t>
            </a:r>
            <a:r>
              <a:rPr sz="2600" spc="-105" dirty="0">
                <a:latin typeface="Times New Roman"/>
                <a:cs typeface="Times New Roman"/>
              </a:rPr>
              <a:t>e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35" dirty="0">
                <a:latin typeface="Times New Roman"/>
                <a:cs typeface="Times New Roman"/>
              </a:rPr>
              <a:t>te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st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po</a:t>
            </a:r>
            <a:r>
              <a:rPr sz="2600" spc="40" dirty="0">
                <a:latin typeface="Times New Roman"/>
                <a:cs typeface="Times New Roman"/>
              </a:rPr>
              <a:t>r</a:t>
            </a:r>
            <a:r>
              <a:rPr sz="2600" spc="-85" dirty="0">
                <a:latin typeface="Times New Roman"/>
                <a:cs typeface="Times New Roman"/>
              </a:rPr>
              <a:t>ts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6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95" dirty="0">
                <a:latin typeface="Times New Roman"/>
                <a:cs typeface="Times New Roman"/>
              </a:rPr>
              <a:t>I</a:t>
            </a:r>
            <a:r>
              <a:rPr sz="2600" spc="-55" dirty="0">
                <a:latin typeface="Times New Roman"/>
                <a:cs typeface="Times New Roman"/>
              </a:rPr>
              <a:t>nt</a:t>
            </a:r>
            <a:r>
              <a:rPr sz="2600" spc="-70" dirty="0">
                <a:latin typeface="Times New Roman"/>
                <a:cs typeface="Times New Roman"/>
              </a:rPr>
              <a:t>e</a:t>
            </a:r>
            <a:r>
              <a:rPr sz="2600" spc="-170" dirty="0">
                <a:latin typeface="Times New Roman"/>
                <a:cs typeface="Times New Roman"/>
              </a:rPr>
              <a:t>g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35" dirty="0">
                <a:latin typeface="Times New Roman"/>
                <a:cs typeface="Times New Roman"/>
              </a:rPr>
              <a:t>te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with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65" dirty="0">
                <a:latin typeface="Times New Roman"/>
                <a:cs typeface="Times New Roman"/>
              </a:rPr>
              <a:t>n</a:t>
            </a:r>
            <a:r>
              <a:rPr sz="2600" spc="-220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di</a:t>
            </a:r>
            <a:r>
              <a:rPr sz="2600" spc="-135" dirty="0">
                <a:latin typeface="Times New Roman"/>
                <a:cs typeface="Times New Roman"/>
              </a:rPr>
              <a:t>f</a:t>
            </a:r>
            <a:r>
              <a:rPr sz="2600" spc="-195" dirty="0">
                <a:latin typeface="Times New Roman"/>
                <a:cs typeface="Times New Roman"/>
              </a:rPr>
              <a:t>f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40" dirty="0">
                <a:latin typeface="Times New Roman"/>
                <a:cs typeface="Times New Roman"/>
              </a:rPr>
              <a:t>nt</a:t>
            </a:r>
            <a:r>
              <a:rPr sz="2600" spc="-390" dirty="0">
                <a:latin typeface="Times New Roman"/>
                <a:cs typeface="Times New Roman"/>
              </a:rPr>
              <a:t> </a:t>
            </a:r>
            <a:r>
              <a:rPr sz="2600" spc="-625" dirty="0">
                <a:latin typeface="Times New Roman"/>
                <a:cs typeface="Times New Roman"/>
              </a:rPr>
              <a:t>V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75" dirty="0">
                <a:latin typeface="Times New Roman"/>
                <a:cs typeface="Times New Roman"/>
              </a:rPr>
              <a:t>r</a:t>
            </a:r>
            <a:r>
              <a:rPr sz="2600" spc="-140" dirty="0">
                <a:latin typeface="Times New Roman"/>
                <a:cs typeface="Times New Roman"/>
              </a:rPr>
              <a:t>sion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C</a:t>
            </a:r>
            <a:r>
              <a:rPr sz="2600" spc="-45" dirty="0">
                <a:latin typeface="Times New Roman"/>
                <a:cs typeface="Times New Roman"/>
              </a:rPr>
              <a:t>ont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ol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Syst</a:t>
            </a:r>
            <a:r>
              <a:rPr sz="2600" spc="-180" dirty="0">
                <a:latin typeface="Times New Roman"/>
                <a:cs typeface="Times New Roman"/>
              </a:rPr>
              <a:t>e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8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5" dirty="0">
                <a:latin typeface="Times New Roman"/>
                <a:cs typeface="Times New Roman"/>
              </a:rPr>
              <a:t>Push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60" dirty="0">
                <a:latin typeface="Times New Roman"/>
                <a:cs typeface="Times New Roman"/>
              </a:rPr>
              <a:t>v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75" dirty="0">
                <a:latin typeface="Times New Roman"/>
                <a:cs typeface="Times New Roman"/>
              </a:rPr>
              <a:t>r</a:t>
            </a:r>
            <a:r>
              <a:rPr sz="2600" spc="-140" dirty="0">
                <a:latin typeface="Times New Roman"/>
                <a:cs typeface="Times New Roman"/>
              </a:rPr>
              <a:t>ious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114" dirty="0">
                <a:latin typeface="Times New Roman"/>
                <a:cs typeface="Times New Roman"/>
              </a:rPr>
              <a:t>r</a:t>
            </a:r>
            <a:r>
              <a:rPr sz="2600" spc="-90" dirty="0">
                <a:latin typeface="Times New Roman"/>
                <a:cs typeface="Times New Roman"/>
              </a:rPr>
              <a:t>ti</a:t>
            </a:r>
            <a:r>
              <a:rPr sz="2600" spc="-125" dirty="0">
                <a:latin typeface="Times New Roman"/>
                <a:cs typeface="Times New Roman"/>
              </a:rPr>
              <a:t>f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90" dirty="0">
                <a:latin typeface="Times New Roman"/>
                <a:cs typeface="Times New Roman"/>
              </a:rPr>
              <a:t>posito</a:t>
            </a:r>
            <a:r>
              <a:rPr sz="2600" spc="-25" dirty="0">
                <a:latin typeface="Times New Roman"/>
                <a:cs typeface="Times New Roman"/>
              </a:rPr>
              <a:t>r</a:t>
            </a:r>
            <a:r>
              <a:rPr sz="2600" spc="-90" dirty="0">
                <a:latin typeface="Times New Roman"/>
                <a:cs typeface="Times New Roman"/>
              </a:rPr>
              <a:t>i</a:t>
            </a:r>
            <a:r>
              <a:rPr sz="2600" spc="-145" dirty="0">
                <a:latin typeface="Times New Roman"/>
                <a:cs typeface="Times New Roman"/>
              </a:rPr>
              <a:t>e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8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5" dirty="0">
                <a:latin typeface="Times New Roman"/>
                <a:cs typeface="Times New Roman"/>
              </a:rPr>
              <a:t>Deploys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directly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production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0" dirty="0">
                <a:latin typeface="Times New Roman"/>
                <a:cs typeface="Times New Roman"/>
              </a:rPr>
              <a:t> test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environments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8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4" dirty="0">
                <a:latin typeface="Times New Roman"/>
                <a:cs typeface="Times New Roman"/>
              </a:rPr>
              <a:t>Noti</a:t>
            </a:r>
            <a:r>
              <a:rPr sz="2600" spc="-90" dirty="0">
                <a:latin typeface="Times New Roman"/>
                <a:cs typeface="Times New Roman"/>
              </a:rPr>
              <a:t>f</a:t>
            </a:r>
            <a:r>
              <a:rPr sz="2600" spc="-220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sta</a:t>
            </a:r>
            <a:r>
              <a:rPr sz="2600" spc="-204" dirty="0">
                <a:latin typeface="Times New Roman"/>
                <a:cs typeface="Times New Roman"/>
              </a:rPr>
              <a:t>k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25" dirty="0">
                <a:latin typeface="Times New Roman"/>
                <a:cs typeface="Times New Roman"/>
              </a:rPr>
              <a:t>hol</a:t>
            </a:r>
            <a:r>
              <a:rPr sz="2600" spc="-114" dirty="0">
                <a:latin typeface="Times New Roman"/>
                <a:cs typeface="Times New Roman"/>
              </a:rPr>
              <a:t>d</a:t>
            </a:r>
            <a:r>
              <a:rPr sz="2600" spc="-105" dirty="0">
                <a:latin typeface="Times New Roman"/>
                <a:cs typeface="Times New Roman"/>
              </a:rPr>
              <a:t>e</a:t>
            </a:r>
            <a:r>
              <a:rPr sz="2600" spc="75" dirty="0">
                <a:latin typeface="Times New Roman"/>
                <a:cs typeface="Times New Roman"/>
              </a:rPr>
              <a:t>r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b</a:t>
            </a:r>
            <a:r>
              <a:rPr sz="2600" spc="-114" dirty="0">
                <a:latin typeface="Times New Roman"/>
                <a:cs typeface="Times New Roman"/>
              </a:rPr>
              <a:t>uil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st</a:t>
            </a:r>
            <a:r>
              <a:rPr sz="2600" spc="-175" dirty="0">
                <a:latin typeface="Times New Roman"/>
                <a:cs typeface="Times New Roman"/>
              </a:rPr>
              <a:t>a</a:t>
            </a:r>
            <a:r>
              <a:rPr sz="2600" spc="-95" dirty="0">
                <a:latin typeface="Times New Roman"/>
                <a:cs typeface="Times New Roman"/>
              </a:rPr>
              <a:t>tus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8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05" dirty="0">
                <a:latin typeface="Times New Roman"/>
                <a:cs typeface="Times New Roman"/>
              </a:rPr>
              <a:t>…a</a:t>
            </a:r>
            <a:r>
              <a:rPr sz="2600" spc="-110" dirty="0">
                <a:latin typeface="Times New Roman"/>
                <a:cs typeface="Times New Roman"/>
              </a:rPr>
              <a:t>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m</a:t>
            </a:r>
            <a:r>
              <a:rPr sz="2600" spc="-140" dirty="0">
                <a:latin typeface="Times New Roman"/>
                <a:cs typeface="Times New Roman"/>
              </a:rPr>
              <a:t>u</a:t>
            </a:r>
            <a:r>
              <a:rPr sz="2600" spc="-75" dirty="0">
                <a:latin typeface="Times New Roman"/>
                <a:cs typeface="Times New Roman"/>
              </a:rPr>
              <a:t>c</a:t>
            </a:r>
            <a:r>
              <a:rPr sz="2600" spc="-165" dirty="0">
                <a:latin typeface="Times New Roman"/>
                <a:cs typeface="Times New Roman"/>
              </a:rPr>
              <a:t>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50" dirty="0">
                <a:latin typeface="Times New Roman"/>
                <a:cs typeface="Times New Roman"/>
              </a:rPr>
              <a:t>o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/>
        </p:nvSpPr>
        <p:spPr>
          <a:xfrm>
            <a:off x="228600" y="1371600"/>
            <a:ext cx="8610600" cy="4707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299085" marR="576580" lvl="0" indent="-287019" algn="just" rtl="0">
              <a:lnSpc>
                <a:spcPct val="107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Jenkins, a pipeline is a group of events or jobs  which are interlinked with one another in a  sequence.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9085" marR="336550" lvl="0" indent="-287019" algn="just" rtl="0">
              <a:lnSpc>
                <a:spcPct val="912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simple words, Jenkins Pipeline is a combination  of plugins that support the integration and  implementation of continuous delivery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9085" marR="5080" lvl="0" indent="0" algn="just" rtl="0">
              <a:lnSpc>
                <a:spcPct val="107333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pipelines using Jenkins.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9085" marR="5080" lvl="0" indent="0" algn="just" rtl="0">
              <a:lnSpc>
                <a:spcPct val="107333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9085" marR="5080" lvl="0" indent="-190500" algn="just" rtl="0">
              <a:lnSpc>
                <a:spcPct val="107333"/>
              </a:lnSpc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pipeline has an extensible  automation server for creating simple or complex  delivery pipelines "as code," via pipeline DSL.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Jenkins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/>
          <p:nvPr/>
        </p:nvSpPr>
        <p:spPr>
          <a:xfrm>
            <a:off x="1219200" y="2438400"/>
            <a:ext cx="7696184" cy="1409697"/>
          </a:xfrm>
          <a:prstGeom prst="rect">
            <a:avLst/>
          </a:prstGeom>
          <a:blipFill rotWithShape="1">
            <a:blip r:embed="rId3" cstate="print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Jenkins Pipeline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/>
        </p:nvSpPr>
        <p:spPr>
          <a:xfrm>
            <a:off x="609600" y="1447800"/>
            <a:ext cx="8382000" cy="3942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9050" rIns="0" bIns="0" anchor="t" anchorCtr="0">
            <a:spAutoFit/>
          </a:bodyPr>
          <a:lstStyle/>
          <a:p>
            <a:pPr marL="299085" marR="5715" lvl="0" indent="-287019" algn="just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state has its events, which work in a  sequence called a continuous delivery pipeline.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9085" marR="5715" lvl="0" indent="-134620" algn="just" rtl="0">
              <a:lnSpc>
                <a:spcPct val="11875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9085" marR="5080" lvl="0" indent="-287019" algn="just" rtl="0">
              <a:lnSpc>
                <a:spcPct val="805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continuous delivery pipeline is an automated  expression to display your process for getting  software for version control. Thus, every change  made in your software goes through a number of  complex processes on its way to being released.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9085" marR="5080" lvl="0" indent="-134620" algn="just" rtl="0">
              <a:lnSpc>
                <a:spcPct val="805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9085" marR="5080" lvl="0" indent="-287019" algn="just" rtl="0">
              <a:lnSpc>
                <a:spcPct val="805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 also involves developing the software in a reliable  and repeatable manner, and progression of the  built software through multiple stages of testing  and deployment.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2"/>
          <p:cNvSpPr txBox="1"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Layout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/>
        </p:nvSpPr>
        <p:spPr>
          <a:xfrm>
            <a:off x="228600" y="1219200"/>
            <a:ext cx="8601077" cy="400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5550" rIns="0" bIns="0" anchor="t" anchorCtr="0">
            <a:spAutoFit/>
          </a:bodyPr>
          <a:lstStyle/>
          <a:p>
            <a:pPr marL="342265" marR="9525" lvl="0" indent="-300355" algn="just" rtl="0">
              <a:lnSpc>
                <a:spcPct val="7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Jenkins pipelines can be defined using a text file  called JenkinsFile.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265" marR="9525" lvl="0" indent="-122555" algn="just" rtl="0">
              <a:lnSpc>
                <a:spcPct val="77857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265" marR="9525" lvl="0" indent="-122555" algn="just" rtl="0">
              <a:lnSpc>
                <a:spcPct val="77857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265" marR="9525" lvl="0" indent="-300355" algn="just" rtl="0">
              <a:lnSpc>
                <a:spcPct val="77857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You can implement pipeline as code using  JenkinsFile, and this can be defined by using a domain specific  language (DSL).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265" marR="9525" lvl="0" indent="-122555" algn="just" rtl="0">
              <a:lnSpc>
                <a:spcPct val="77857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265" marR="9525" lvl="0" indent="-122555" algn="just" rtl="0">
              <a:lnSpc>
                <a:spcPct val="77857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265" marR="9525" lvl="0" indent="-122555" algn="just" rtl="0">
              <a:lnSpc>
                <a:spcPct val="77857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265" marR="9525" lvl="0" indent="-300355" algn="just" rtl="0">
              <a:lnSpc>
                <a:spcPct val="77857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JenkinsFile, you can write the steps needed  for running a Jenkins pipeline.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JenkinsFile</a:t>
            </a:r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just" rtl="0">
              <a:lnSpc>
                <a:spcPct val="8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 benefits of using JenkinsFile are:</a:t>
            </a:r>
            <a:endParaRPr/>
          </a:p>
          <a:p>
            <a:pPr marL="342900" lvl="0" indent="-342900" algn="just" rtl="0">
              <a:lnSpc>
                <a:spcPct val="8125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265" marR="5080" lvl="0" indent="-300355" algn="l" rtl="0">
              <a:lnSpc>
                <a:spcPct val="68125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You	can	create	pipelines	automatically	for	all	branches	and  execute pull requests with just one JenkinsFile.</a:t>
            </a:r>
            <a:endParaRPr/>
          </a:p>
          <a:p>
            <a:pPr marL="342265" marR="5080" lvl="0" indent="-158115" algn="l" rtl="0">
              <a:lnSpc>
                <a:spcPct val="68125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/>
          </a:p>
          <a:p>
            <a:pPr marL="342900" lvl="0" indent="-300355" algn="l" rtl="0">
              <a:lnSpc>
                <a:spcPct val="81718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You can review your code on the pipeline</a:t>
            </a:r>
            <a:endParaRPr/>
          </a:p>
          <a:p>
            <a:pPr marL="342900" lvl="0" indent="-300355" algn="l" rtl="0">
              <a:lnSpc>
                <a:spcPct val="82031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You can audit your Jenkins pipeline</a:t>
            </a:r>
            <a:endParaRPr/>
          </a:p>
          <a:p>
            <a:pPr marL="342900" lvl="0" indent="-158115" algn="l" rtl="0">
              <a:lnSpc>
                <a:spcPct val="82031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/>
          </a:p>
          <a:p>
            <a:pPr marL="342265" marR="9525" lvl="0" indent="-300355" algn="l" rtl="0">
              <a:lnSpc>
                <a:spcPct val="68125"/>
              </a:lnSpc>
              <a:spcBef>
                <a:spcPts val="445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This is the singular source for your pipeline and can be modified  by multiple users.</a:t>
            </a:r>
            <a:endParaRPr/>
          </a:p>
          <a:p>
            <a:pPr marL="342265" marR="9525" lvl="0" indent="-158115" algn="l" rtl="0">
              <a:lnSpc>
                <a:spcPct val="68125"/>
              </a:lnSpc>
              <a:spcBef>
                <a:spcPts val="445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/>
          </a:p>
          <a:p>
            <a:pPr marL="342900" lvl="0" indent="-300355" algn="l" rtl="0">
              <a:lnSpc>
                <a:spcPct val="82031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JenkinsFile can be defined by either Web UI or with a JenkinsFile.</a:t>
            </a:r>
            <a:endParaRPr/>
          </a:p>
          <a:p>
            <a:pPr marL="342900" lvl="0" indent="-200660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/>
        </p:nvSpPr>
        <p:spPr>
          <a:xfrm>
            <a:off x="0" y="457200"/>
            <a:ext cx="8991600" cy="5933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137160" marR="481330" lvl="0" indent="0" algn="l" rtl="0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multiple automation jobs with the help of use  cases, and run them as a Jenkins pipeline.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" marR="481330" lvl="0" indent="0" algn="l" rtl="0">
              <a:lnSpc>
                <a:spcPct val="100400"/>
              </a:lnSpc>
              <a:spcBef>
                <a:spcPts val="8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" marR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the reasons why you use should use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" marR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" marR="5080" lvl="0" indent="-146939" algn="l" rtl="0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14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Jenkins pipeline is implemented as a code which allows  multiple users to edit and execute the pipeline process.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" marR="5080" lvl="0" indent="0" algn="l" rtl="0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14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" marR="462915" lvl="0" indent="-146939" algn="l" rtl="0">
              <a:lnSpc>
                <a:spcPct val="1004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314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Pipelines are robust. So if your server undergoes an  unforeseen restart, the pipeline will be automatically  resumed.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" marR="462915" lvl="0" indent="0" algn="l" rtl="0">
              <a:lnSpc>
                <a:spcPct val="1004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314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" marR="118110" lvl="0" indent="-146939" algn="l" rtl="0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14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pause the pipeline process and make it wait to  resume until there is an input from the user.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" marR="118110" lvl="0" indent="0" algn="l" rtl="0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14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" marR="624205" lvl="0" indent="-146939" algn="l" rtl="0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14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Jenkins Pipelines support big projects. You can run  multiple jobs, and even use pipelines in a loop.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/>
          <p:nvPr/>
        </p:nvSpPr>
        <p:spPr>
          <a:xfrm>
            <a:off x="1019172" y="1476372"/>
            <a:ext cx="7105635" cy="3905242"/>
          </a:xfrm>
          <a:prstGeom prst="rect">
            <a:avLst/>
          </a:prstGeom>
          <a:blipFill rotWithShape="1">
            <a:blip r:embed="rId3" cstate="print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/>
          <p:nvPr/>
        </p:nvSpPr>
        <p:spPr>
          <a:xfrm>
            <a:off x="152399" y="2274"/>
            <a:ext cx="8962854" cy="5572663"/>
          </a:xfrm>
          <a:prstGeom prst="rect">
            <a:avLst/>
          </a:prstGeom>
          <a:blipFill rotWithShape="1">
            <a:blip r:embed="rId3" cstate="print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/>
        </p:nvSpPr>
        <p:spPr>
          <a:xfrm>
            <a:off x="381000" y="1154174"/>
            <a:ext cx="8534400" cy="445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12700" marR="100330" lvl="0" indent="-12700" algn="l" rtl="0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Jenkins is an awesome Continuous Integration  tool which allows you to add multiple slaves as  per your project requirement to a central Master  server.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100330" lvl="0" indent="0" algn="l" rtl="0">
              <a:lnSpc>
                <a:spcPct val="100400"/>
              </a:lnSpc>
              <a:spcBef>
                <a:spcPts val="8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-12700" algn="l" rtl="0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distributed environment, we need different  machines for different purposes. For example,  we may need machine1(Ubuntu) to run some  process and machine2(CentOS) to run some  other process.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-12700" algn="l" rtl="0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such distribution, Jenkins  Master Slave configuration comes to the rescue.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56972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How</a:t>
            </a:r>
            <a:r>
              <a:rPr spc="-15" dirty="0"/>
              <a:t> </a:t>
            </a:r>
            <a:r>
              <a:rPr spc="-25" dirty="0"/>
              <a:t>Jenkins</a:t>
            </a:r>
            <a:r>
              <a:rPr spc="-20" dirty="0"/>
              <a:t> </a:t>
            </a:r>
            <a:r>
              <a:rPr spc="-70" dirty="0"/>
              <a:t>works</a:t>
            </a:r>
            <a:r>
              <a:rPr spc="-15" dirty="0"/>
              <a:t> </a:t>
            </a:r>
            <a:r>
              <a:rPr spc="35" dirty="0"/>
              <a:t>-</a:t>
            </a:r>
            <a:r>
              <a:rPr spc="-15" dirty="0"/>
              <a:t> </a:t>
            </a:r>
            <a:r>
              <a:rPr spc="-25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447800"/>
            <a:ext cx="7570470" cy="44602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79400" marR="5080" indent="-266700">
              <a:lnSpc>
                <a:spcPts val="2800"/>
              </a:lnSpc>
              <a:spcBef>
                <a:spcPts val="459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4" dirty="0">
                <a:latin typeface="Times New Roman"/>
                <a:cs typeface="Times New Roman"/>
              </a:rPr>
              <a:t>When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setting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up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project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Jenkins,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out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box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you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have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f</a:t>
            </a:r>
            <a:r>
              <a:rPr sz="2600" spc="-105" dirty="0">
                <a:latin typeface="Times New Roman"/>
                <a:cs typeface="Times New Roman"/>
              </a:rPr>
              <a:t>oll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150" dirty="0">
                <a:latin typeface="Times New Roman"/>
                <a:cs typeface="Times New Roman"/>
              </a:rPr>
              <a:t>wing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g</a:t>
            </a:r>
            <a:r>
              <a:rPr sz="2600" spc="-155" dirty="0">
                <a:latin typeface="Times New Roman"/>
                <a:cs typeface="Times New Roman"/>
              </a:rPr>
              <a:t>e</a:t>
            </a:r>
            <a:r>
              <a:rPr sz="2600" spc="-114" dirty="0">
                <a:latin typeface="Times New Roman"/>
                <a:cs typeface="Times New Roman"/>
              </a:rPr>
              <a:t>n</a:t>
            </a:r>
            <a:r>
              <a:rPr sz="2600" spc="-105" dirty="0">
                <a:latin typeface="Times New Roman"/>
                <a:cs typeface="Times New Roman"/>
              </a:rPr>
              <a:t>e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options:</a:t>
            </a:r>
            <a:endParaRPr sz="26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3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-155" dirty="0">
                <a:latin typeface="Times New Roman"/>
                <a:cs typeface="Times New Roman"/>
              </a:rPr>
              <a:t>sso</a:t>
            </a:r>
            <a:r>
              <a:rPr sz="2400" spc="-165" dirty="0">
                <a:latin typeface="Times New Roman"/>
                <a:cs typeface="Times New Roman"/>
              </a:rPr>
              <a:t>c</a:t>
            </a:r>
            <a:r>
              <a:rPr sz="2400" spc="-120" dirty="0">
                <a:latin typeface="Times New Roman"/>
                <a:cs typeface="Times New Roman"/>
              </a:rPr>
              <a:t>i</a:t>
            </a:r>
            <a:r>
              <a:rPr sz="2400" spc="-215" dirty="0">
                <a:latin typeface="Times New Roman"/>
                <a:cs typeface="Times New Roman"/>
              </a:rPr>
              <a:t>a</a:t>
            </a:r>
            <a:r>
              <a:rPr sz="2400" spc="-100" dirty="0">
                <a:latin typeface="Times New Roman"/>
                <a:cs typeface="Times New Roman"/>
              </a:rPr>
              <a:t>ting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with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50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70" dirty="0">
                <a:latin typeface="Times New Roman"/>
                <a:cs typeface="Times New Roman"/>
              </a:rPr>
              <a:t>r</a:t>
            </a:r>
            <a:r>
              <a:rPr sz="2400" spc="-130" dirty="0">
                <a:latin typeface="Times New Roman"/>
                <a:cs typeface="Times New Roman"/>
              </a:rPr>
              <a:t>sion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c</a:t>
            </a:r>
            <a:r>
              <a:rPr sz="2400" spc="-40" dirty="0">
                <a:latin typeface="Times New Roman"/>
                <a:cs typeface="Times New Roman"/>
              </a:rPr>
              <a:t>ont</a:t>
            </a:r>
            <a:r>
              <a:rPr sz="2400" spc="-55" dirty="0">
                <a:latin typeface="Times New Roman"/>
                <a:cs typeface="Times New Roman"/>
              </a:rPr>
              <a:t>r</a:t>
            </a:r>
            <a:r>
              <a:rPr sz="2400" spc="-100" dirty="0">
                <a:latin typeface="Times New Roman"/>
                <a:cs typeface="Times New Roman"/>
              </a:rPr>
              <a:t>ol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s</a:t>
            </a:r>
            <a:r>
              <a:rPr sz="2400" spc="-155" dirty="0">
                <a:latin typeface="Times New Roman"/>
                <a:cs typeface="Times New Roman"/>
              </a:rPr>
              <a:t>e</a:t>
            </a:r>
            <a:r>
              <a:rPr sz="2400" spc="120" dirty="0">
                <a:latin typeface="Times New Roman"/>
                <a:cs typeface="Times New Roman"/>
              </a:rPr>
              <a:t>r</a:t>
            </a:r>
            <a:r>
              <a:rPr sz="2400" spc="-250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25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2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285" dirty="0">
                <a:latin typeface="Times New Roman"/>
                <a:cs typeface="Times New Roman"/>
              </a:rPr>
              <a:t>T</a:t>
            </a:r>
            <a:r>
              <a:rPr sz="2400" spc="70" dirty="0">
                <a:latin typeface="Times New Roman"/>
                <a:cs typeface="Times New Roman"/>
              </a:rPr>
              <a:t>r</a:t>
            </a:r>
            <a:r>
              <a:rPr sz="2400" spc="-155" dirty="0">
                <a:latin typeface="Times New Roman"/>
                <a:cs typeface="Times New Roman"/>
              </a:rPr>
              <a:t>igg</a:t>
            </a:r>
            <a:r>
              <a:rPr sz="2400" spc="-165" dirty="0">
                <a:latin typeface="Times New Roman"/>
                <a:cs typeface="Times New Roman"/>
              </a:rPr>
              <a:t>e</a:t>
            </a:r>
            <a:r>
              <a:rPr sz="2400" spc="70" dirty="0">
                <a:latin typeface="Times New Roman"/>
                <a:cs typeface="Times New Roman"/>
              </a:rPr>
              <a:t>r</a:t>
            </a:r>
            <a:r>
              <a:rPr sz="2400" spc="-140" dirty="0">
                <a:latin typeface="Times New Roman"/>
                <a:cs typeface="Times New Roman"/>
              </a:rPr>
              <a:t>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b</a:t>
            </a:r>
            <a:r>
              <a:rPr sz="2400" spc="-105" dirty="0">
                <a:latin typeface="Times New Roman"/>
                <a:cs typeface="Times New Roman"/>
              </a:rPr>
              <a:t>uil</a:t>
            </a:r>
            <a:r>
              <a:rPr sz="2400" spc="-145" dirty="0">
                <a:latin typeface="Times New Roman"/>
                <a:cs typeface="Times New Roman"/>
              </a:rPr>
              <a:t>ds</a:t>
            </a:r>
            <a:endParaRPr sz="2400">
              <a:latin typeface="Times New Roman"/>
              <a:cs typeface="Times New Roman"/>
            </a:endParaRPr>
          </a:p>
          <a:p>
            <a:pPr marL="825500" lvl="2" indent="-228600">
              <a:lnSpc>
                <a:spcPct val="100000"/>
              </a:lnSpc>
              <a:spcBef>
                <a:spcPts val="160"/>
              </a:spcBef>
              <a:buClr>
                <a:srgbClr val="E6B1AB"/>
              </a:buClr>
              <a:buSzPct val="85000"/>
              <a:buFont typeface="Segoe UI Symbol"/>
              <a:buChar char="⚫"/>
              <a:tabLst>
                <a:tab pos="825500" algn="l"/>
              </a:tabLst>
            </a:pPr>
            <a:r>
              <a:rPr sz="2000" spc="-95" dirty="0">
                <a:latin typeface="Times New Roman"/>
                <a:cs typeface="Times New Roman"/>
              </a:rPr>
              <a:t>Polling,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Periodic,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Building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based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other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projects</a:t>
            </a:r>
            <a:endParaRPr sz="2000">
              <a:latin typeface="Times New Roman"/>
              <a:cs typeface="Times New Roman"/>
            </a:endParaRPr>
          </a:p>
          <a:p>
            <a:pPr marL="558800" marR="177800" lvl="1" indent="-228600">
              <a:lnSpc>
                <a:spcPts val="2630"/>
              </a:lnSpc>
              <a:spcBef>
                <a:spcPts val="355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14" dirty="0">
                <a:latin typeface="Times New Roman"/>
                <a:cs typeface="Times New Roman"/>
              </a:rPr>
              <a:t>Execution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shell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scripts,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bash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scripts,</a:t>
            </a:r>
            <a:r>
              <a:rPr sz="2400" spc="-33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Ant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targets,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Maven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targets</a:t>
            </a:r>
            <a:endParaRPr sz="24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45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105" dirty="0">
                <a:latin typeface="Times New Roman"/>
                <a:cs typeface="Times New Roman"/>
              </a:rPr>
              <a:t>r</a:t>
            </a:r>
            <a:r>
              <a:rPr sz="2400" spc="-85" dirty="0">
                <a:latin typeface="Times New Roman"/>
                <a:cs typeface="Times New Roman"/>
              </a:rPr>
              <a:t>ti</a:t>
            </a:r>
            <a:r>
              <a:rPr sz="2400" spc="-114" dirty="0">
                <a:latin typeface="Times New Roman"/>
                <a:cs typeface="Times New Roman"/>
              </a:rPr>
              <a:t>f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145" dirty="0">
                <a:latin typeface="Times New Roman"/>
                <a:cs typeface="Times New Roman"/>
              </a:rPr>
              <a:t>c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400" spc="-100" dirty="0">
                <a:latin typeface="Times New Roman"/>
                <a:cs typeface="Times New Roman"/>
              </a:rPr>
              <a:t>c</a:t>
            </a:r>
            <a:r>
              <a:rPr sz="2400" spc="-145" dirty="0">
                <a:latin typeface="Times New Roman"/>
                <a:cs typeface="Times New Roman"/>
              </a:rPr>
              <a:t>hi</a:t>
            </a:r>
            <a:r>
              <a:rPr sz="2400" spc="-225" dirty="0">
                <a:latin typeface="Times New Roman"/>
                <a:cs typeface="Times New Roman"/>
              </a:rPr>
              <a:t>v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95" dirty="0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2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25" dirty="0">
                <a:latin typeface="Times New Roman"/>
                <a:cs typeface="Times New Roman"/>
              </a:rPr>
              <a:t>Pu</a:t>
            </a:r>
            <a:r>
              <a:rPr sz="2400" spc="-160" dirty="0">
                <a:latin typeface="Times New Roman"/>
                <a:cs typeface="Times New Roman"/>
              </a:rPr>
              <a:t>b</a:t>
            </a:r>
            <a:r>
              <a:rPr sz="2400" spc="-100" dirty="0">
                <a:latin typeface="Times New Roman"/>
                <a:cs typeface="Times New Roman"/>
              </a:rPr>
              <a:t>l</a:t>
            </a:r>
            <a:r>
              <a:rPr sz="2400" spc="-150" dirty="0">
                <a:latin typeface="Times New Roman"/>
                <a:cs typeface="Times New Roman"/>
              </a:rPr>
              <a:t>ish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J</a:t>
            </a:r>
            <a:r>
              <a:rPr sz="2400" spc="-80" dirty="0">
                <a:latin typeface="Times New Roman"/>
                <a:cs typeface="Times New Roman"/>
              </a:rPr>
              <a:t>Unit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</a:t>
            </a:r>
            <a:r>
              <a:rPr sz="2400" spc="-45" dirty="0">
                <a:latin typeface="Times New Roman"/>
                <a:cs typeface="Times New Roman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st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125" dirty="0">
                <a:latin typeface="Times New Roman"/>
                <a:cs typeface="Times New Roman"/>
              </a:rPr>
              <a:t>sul</a:t>
            </a:r>
            <a:r>
              <a:rPr sz="2400" spc="-75" dirty="0">
                <a:latin typeface="Times New Roman"/>
                <a:cs typeface="Times New Roman"/>
              </a:rPr>
              <a:t>ts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105" dirty="0">
                <a:latin typeface="Times New Roman"/>
                <a:cs typeface="Times New Roman"/>
              </a:rPr>
              <a:t>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10" dirty="0">
                <a:latin typeface="Times New Roman"/>
                <a:cs typeface="Times New Roman"/>
              </a:rPr>
              <a:t>J</a:t>
            </a:r>
            <a:r>
              <a:rPr sz="2400" spc="-265" dirty="0">
                <a:latin typeface="Times New Roman"/>
                <a:cs typeface="Times New Roman"/>
              </a:rPr>
              <a:t>a</a:t>
            </a:r>
            <a:r>
              <a:rPr sz="2400" spc="-240" dirty="0">
                <a:latin typeface="Times New Roman"/>
                <a:cs typeface="Times New Roman"/>
              </a:rPr>
              <a:t>v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do</a:t>
            </a:r>
            <a:r>
              <a:rPr sz="2400" spc="-114" dirty="0">
                <a:latin typeface="Times New Roman"/>
                <a:cs typeface="Times New Roman"/>
              </a:rPr>
              <a:t>c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12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245" dirty="0">
                <a:latin typeface="Times New Roman"/>
                <a:cs typeface="Times New Roman"/>
              </a:rPr>
              <a:t>E</a:t>
            </a:r>
            <a:r>
              <a:rPr sz="2400" spc="-150" dirty="0">
                <a:latin typeface="Times New Roman"/>
                <a:cs typeface="Times New Roman"/>
              </a:rPr>
              <a:t>m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105" dirty="0">
                <a:latin typeface="Times New Roman"/>
                <a:cs typeface="Times New Roman"/>
              </a:rPr>
              <a:t>il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noti</a:t>
            </a:r>
            <a:r>
              <a:rPr sz="2400" spc="-90" dirty="0">
                <a:latin typeface="Times New Roman"/>
                <a:cs typeface="Times New Roman"/>
              </a:rPr>
              <a:t>f</a:t>
            </a:r>
            <a:r>
              <a:rPr sz="2400" spc="-100" dirty="0">
                <a:latin typeface="Times New Roman"/>
                <a:cs typeface="Times New Roman"/>
              </a:rPr>
              <a:t>i</a:t>
            </a:r>
            <a:r>
              <a:rPr sz="2400" spc="-165" dirty="0">
                <a:latin typeface="Times New Roman"/>
                <a:cs typeface="Times New Roman"/>
              </a:rPr>
              <a:t>c</a:t>
            </a:r>
            <a:r>
              <a:rPr sz="2400" spc="-215" dirty="0">
                <a:latin typeface="Times New Roman"/>
                <a:cs typeface="Times New Roman"/>
              </a:rPr>
              <a:t>a</a:t>
            </a:r>
            <a:r>
              <a:rPr sz="2400" spc="-95" dirty="0">
                <a:latin typeface="Times New Roman"/>
                <a:cs typeface="Times New Roman"/>
              </a:rPr>
              <a:t>tions</a:t>
            </a:r>
            <a:endParaRPr sz="2400">
              <a:latin typeface="Times New Roman"/>
              <a:cs typeface="Times New Roman"/>
            </a:endParaRPr>
          </a:p>
          <a:p>
            <a:pPr marL="279400" marR="796290" indent="-266700">
              <a:lnSpc>
                <a:spcPts val="2720"/>
              </a:lnSpc>
              <a:spcBef>
                <a:spcPts val="735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40" dirty="0">
                <a:latin typeface="Times New Roman"/>
                <a:cs typeface="Times New Roman"/>
              </a:rPr>
              <a:t>A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st</a:t>
            </a:r>
            <a:r>
              <a:rPr sz="2600" spc="-175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e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90" dirty="0">
                <a:latin typeface="Times New Roman"/>
                <a:cs typeface="Times New Roman"/>
              </a:rPr>
              <a:t>i</a:t>
            </a:r>
            <a:r>
              <a:rPr sz="2600" spc="-145" dirty="0">
                <a:latin typeface="Times New Roman"/>
                <a:cs typeface="Times New Roman"/>
              </a:rPr>
              <a:t>e</a:t>
            </a:r>
            <a:r>
              <a:rPr sz="2600" spc="-210" dirty="0">
                <a:latin typeface="Times New Roman"/>
                <a:cs typeface="Times New Roman"/>
              </a:rPr>
              <a:t>r</a:t>
            </a:r>
            <a:r>
              <a:rPr sz="2600" spc="105" dirty="0">
                <a:latin typeface="Times New Roman"/>
                <a:cs typeface="Times New Roman"/>
              </a:rPr>
              <a:t>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pl</a:t>
            </a:r>
            <a:r>
              <a:rPr sz="2600" spc="-165" dirty="0">
                <a:latin typeface="Times New Roman"/>
                <a:cs typeface="Times New Roman"/>
              </a:rPr>
              <a:t>u</a:t>
            </a:r>
            <a:r>
              <a:rPr sz="2600" spc="-114" dirty="0">
                <a:latin typeface="Times New Roman"/>
                <a:cs typeface="Times New Roman"/>
              </a:rPr>
              <a:t>g</a:t>
            </a:r>
            <a:r>
              <a:rPr sz="2600" spc="-145" dirty="0">
                <a:latin typeface="Times New Roman"/>
                <a:cs typeface="Times New Roman"/>
              </a:rPr>
              <a:t>ins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45" dirty="0">
                <a:latin typeface="Times New Roman"/>
                <a:cs typeface="Times New Roman"/>
              </a:rPr>
              <a:t>xpa</a:t>
            </a:r>
            <a:r>
              <a:rPr sz="2600" spc="-110" dirty="0">
                <a:latin typeface="Times New Roman"/>
                <a:cs typeface="Times New Roman"/>
              </a:rPr>
              <a:t>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f</a:t>
            </a:r>
            <a:r>
              <a:rPr sz="2600" spc="-130" dirty="0">
                <a:latin typeface="Times New Roman"/>
                <a:cs typeface="Times New Roman"/>
              </a:rPr>
              <a:t>un</a:t>
            </a:r>
            <a:r>
              <a:rPr sz="2600" spc="-120" dirty="0">
                <a:latin typeface="Times New Roman"/>
                <a:cs typeface="Times New Roman"/>
              </a:rPr>
              <a:t>c</a:t>
            </a:r>
            <a:r>
              <a:rPr sz="2600" spc="-105" dirty="0">
                <a:latin typeface="Times New Roman"/>
                <a:cs typeface="Times New Roman"/>
              </a:rPr>
              <a:t>tionality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e</a:t>
            </a:r>
            <a:r>
              <a:rPr sz="2600" spc="-275" dirty="0">
                <a:latin typeface="Times New Roman"/>
                <a:cs typeface="Times New Roman"/>
              </a:rPr>
              <a:t>v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n  </a:t>
            </a:r>
            <a:r>
              <a:rPr sz="2600" spc="-55" dirty="0">
                <a:latin typeface="Times New Roman"/>
                <a:cs typeface="Times New Roman"/>
              </a:rPr>
              <a:t>further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61741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How</a:t>
            </a:r>
            <a:r>
              <a:rPr spc="-10" dirty="0"/>
              <a:t> </a:t>
            </a:r>
            <a:r>
              <a:rPr spc="-25" dirty="0"/>
              <a:t>Jenkins</a:t>
            </a:r>
            <a:r>
              <a:rPr spc="-10" dirty="0"/>
              <a:t> </a:t>
            </a:r>
            <a:r>
              <a:rPr spc="-70" dirty="0"/>
              <a:t>works</a:t>
            </a:r>
            <a:r>
              <a:rPr spc="-15" dirty="0"/>
              <a:t> </a:t>
            </a:r>
            <a:r>
              <a:rPr spc="35" dirty="0"/>
              <a:t>-</a:t>
            </a:r>
            <a:r>
              <a:rPr spc="-10" dirty="0"/>
              <a:t> </a:t>
            </a:r>
            <a:r>
              <a:rPr spc="-40" dirty="0"/>
              <a:t>Building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13690" marR="5080" indent="-266700">
              <a:lnSpc>
                <a:spcPts val="3100"/>
              </a:lnSpc>
              <a:spcBef>
                <a:spcPts val="219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321945" algn="l"/>
              </a:tabLst>
            </a:pPr>
            <a:r>
              <a:rPr spc="-90" dirty="0"/>
              <a:t>Once</a:t>
            </a:r>
            <a:r>
              <a:rPr spc="-60" dirty="0"/>
              <a:t> </a:t>
            </a:r>
            <a:r>
              <a:rPr spc="-204" dirty="0"/>
              <a:t>a</a:t>
            </a:r>
            <a:r>
              <a:rPr spc="-60" dirty="0"/>
              <a:t> </a:t>
            </a:r>
            <a:r>
              <a:rPr spc="-85" dirty="0"/>
              <a:t>project</a:t>
            </a:r>
            <a:r>
              <a:rPr spc="-60" dirty="0"/>
              <a:t> </a:t>
            </a:r>
            <a:r>
              <a:rPr spc="-165" dirty="0"/>
              <a:t>is</a:t>
            </a:r>
            <a:r>
              <a:rPr spc="-60" dirty="0"/>
              <a:t> </a:t>
            </a:r>
            <a:r>
              <a:rPr spc="-160" dirty="0"/>
              <a:t>successfully</a:t>
            </a:r>
            <a:r>
              <a:rPr spc="-60" dirty="0"/>
              <a:t> </a:t>
            </a:r>
            <a:r>
              <a:rPr spc="-95" dirty="0"/>
              <a:t>created</a:t>
            </a:r>
            <a:r>
              <a:rPr spc="-60" dirty="0"/>
              <a:t> </a:t>
            </a:r>
            <a:r>
              <a:rPr spc="-120" dirty="0"/>
              <a:t>in</a:t>
            </a:r>
            <a:r>
              <a:rPr spc="-55" dirty="0"/>
              <a:t> </a:t>
            </a:r>
            <a:r>
              <a:rPr spc="-120" dirty="0"/>
              <a:t>Jenkins,</a:t>
            </a:r>
            <a:r>
              <a:rPr spc="-170" dirty="0"/>
              <a:t> </a:t>
            </a:r>
            <a:r>
              <a:rPr spc="-140" dirty="0"/>
              <a:t>all</a:t>
            </a:r>
            <a:r>
              <a:rPr spc="-55" dirty="0"/>
              <a:t> </a:t>
            </a:r>
            <a:r>
              <a:rPr spc="-80" dirty="0"/>
              <a:t>future </a:t>
            </a:r>
            <a:r>
              <a:rPr spc="-635" dirty="0"/>
              <a:t> </a:t>
            </a:r>
            <a:r>
              <a:rPr spc="-170" dirty="0"/>
              <a:t>b</a:t>
            </a:r>
            <a:r>
              <a:rPr spc="-114" dirty="0"/>
              <a:t>uil</a:t>
            </a:r>
            <a:r>
              <a:rPr spc="-155" dirty="0"/>
              <a:t>ds</a:t>
            </a:r>
            <a:r>
              <a:rPr spc="-65" dirty="0"/>
              <a:t> </a:t>
            </a:r>
            <a:r>
              <a:rPr spc="-210" dirty="0"/>
              <a:t>a</a:t>
            </a:r>
            <a:r>
              <a:rPr spc="-5" dirty="0"/>
              <a:t>r</a:t>
            </a:r>
            <a:r>
              <a:rPr spc="-100" dirty="0"/>
              <a:t>e</a:t>
            </a:r>
            <a:r>
              <a:rPr spc="-65" dirty="0"/>
              <a:t> </a:t>
            </a:r>
            <a:r>
              <a:rPr spc="-210" dirty="0"/>
              <a:t>a</a:t>
            </a:r>
            <a:r>
              <a:rPr spc="-85" dirty="0"/>
              <a:t>utom</a:t>
            </a:r>
            <a:r>
              <a:rPr spc="-235" dirty="0"/>
              <a:t>a</a:t>
            </a:r>
            <a:r>
              <a:rPr spc="-85" dirty="0"/>
              <a:t>tic</a:t>
            </a:r>
          </a:p>
          <a:p>
            <a:pPr marL="321310" indent="-274320">
              <a:lnSpc>
                <a:spcPct val="100000"/>
              </a:lnSpc>
              <a:spcBef>
                <a:spcPts val="459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321945" algn="l"/>
              </a:tabLst>
            </a:pPr>
            <a:r>
              <a:rPr spc="-165" dirty="0"/>
              <a:t>Building</a:t>
            </a:r>
          </a:p>
          <a:p>
            <a:pPr marL="593090" lvl="1" indent="-228600">
              <a:lnSpc>
                <a:spcPct val="100000"/>
              </a:lnSpc>
              <a:spcBef>
                <a:spcPts val="37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93725" algn="l"/>
              </a:tabLst>
            </a:pPr>
            <a:r>
              <a:rPr sz="2400" spc="-140" dirty="0">
                <a:latin typeface="Times New Roman"/>
                <a:cs typeface="Times New Roman"/>
              </a:rPr>
              <a:t>Jenkins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executes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build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an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executer</a:t>
            </a:r>
            <a:endParaRPr sz="2400">
              <a:latin typeface="Times New Roman"/>
              <a:cs typeface="Times New Roman"/>
            </a:endParaRPr>
          </a:p>
          <a:p>
            <a:pPr marL="859790" lvl="2" indent="-228600">
              <a:lnSpc>
                <a:spcPct val="100000"/>
              </a:lnSpc>
              <a:spcBef>
                <a:spcPts val="320"/>
              </a:spcBef>
              <a:buClr>
                <a:srgbClr val="E6B1AB"/>
              </a:buClr>
              <a:buSzPct val="85000"/>
              <a:buFont typeface="Segoe UI Symbol"/>
              <a:buChar char="⚫"/>
              <a:tabLst>
                <a:tab pos="860425" algn="l"/>
              </a:tabLst>
            </a:pPr>
            <a:r>
              <a:rPr sz="2000" spc="-245" dirty="0">
                <a:latin typeface="Times New Roman"/>
                <a:cs typeface="Times New Roman"/>
              </a:rPr>
              <a:t>By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default,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114" dirty="0">
                <a:latin typeface="Times New Roman"/>
                <a:cs typeface="Times New Roman"/>
              </a:rPr>
              <a:t>Jenkins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gives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one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executer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per </a:t>
            </a:r>
            <a:r>
              <a:rPr sz="2000" spc="-70" dirty="0">
                <a:latin typeface="Times New Roman"/>
                <a:cs typeface="Times New Roman"/>
              </a:rPr>
              <a:t>core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build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server</a:t>
            </a:r>
            <a:endParaRPr sz="2000">
              <a:latin typeface="Times New Roman"/>
              <a:cs typeface="Times New Roman"/>
            </a:endParaRPr>
          </a:p>
          <a:p>
            <a:pPr marL="593090" lvl="1" indent="-228600">
              <a:lnSpc>
                <a:spcPct val="100000"/>
              </a:lnSpc>
              <a:spcBef>
                <a:spcPts val="40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93725" algn="l"/>
              </a:tabLst>
            </a:pPr>
            <a:r>
              <a:rPr sz="2400" spc="-140" dirty="0">
                <a:latin typeface="Times New Roman"/>
                <a:cs typeface="Times New Roman"/>
              </a:rPr>
              <a:t>Jenkins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also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has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concept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slave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build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servers</a:t>
            </a:r>
            <a:endParaRPr sz="2400">
              <a:latin typeface="Times New Roman"/>
              <a:cs typeface="Times New Roman"/>
            </a:endParaRPr>
          </a:p>
          <a:p>
            <a:pPr marL="859790" lvl="2" indent="-228600">
              <a:lnSpc>
                <a:spcPct val="100000"/>
              </a:lnSpc>
              <a:spcBef>
                <a:spcPts val="420"/>
              </a:spcBef>
              <a:buClr>
                <a:srgbClr val="E6B1AB"/>
              </a:buClr>
              <a:buSzPct val="85000"/>
              <a:buFont typeface="Segoe UI Symbol"/>
              <a:buChar char="⚫"/>
              <a:tabLst>
                <a:tab pos="860425" algn="l"/>
              </a:tabLst>
            </a:pPr>
            <a:r>
              <a:rPr sz="2000" spc="-125" dirty="0">
                <a:latin typeface="Times New Roman"/>
                <a:cs typeface="Times New Roman"/>
              </a:rPr>
              <a:t>Us</a:t>
            </a:r>
            <a:r>
              <a:rPr sz="2000" spc="-105" dirty="0">
                <a:latin typeface="Times New Roman"/>
                <a:cs typeface="Times New Roman"/>
              </a:rPr>
              <a:t>e</a:t>
            </a:r>
            <a:r>
              <a:rPr sz="2000" spc="-150" dirty="0">
                <a:latin typeface="Times New Roman"/>
                <a:cs typeface="Times New Roman"/>
              </a:rPr>
              <a:t>f</a:t>
            </a:r>
            <a:r>
              <a:rPr sz="2000" spc="-80" dirty="0">
                <a:latin typeface="Times New Roman"/>
                <a:cs typeface="Times New Roman"/>
              </a:rPr>
              <a:t>ul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50" dirty="0">
                <a:latin typeface="Times New Roman"/>
                <a:cs typeface="Times New Roman"/>
              </a:rPr>
              <a:t>f</a:t>
            </a:r>
            <a:r>
              <a:rPr sz="2000" spc="-35" dirty="0">
                <a:latin typeface="Times New Roman"/>
                <a:cs typeface="Times New Roman"/>
              </a:rPr>
              <a:t>or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b</a:t>
            </a:r>
            <a:r>
              <a:rPr sz="2000" spc="-90" dirty="0">
                <a:latin typeface="Times New Roman"/>
                <a:cs typeface="Times New Roman"/>
              </a:rPr>
              <a:t>uil</a:t>
            </a:r>
            <a:r>
              <a:rPr sz="2000" spc="-110" dirty="0">
                <a:latin typeface="Times New Roman"/>
                <a:cs typeface="Times New Roman"/>
              </a:rPr>
              <a:t>ding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14" dirty="0">
                <a:latin typeface="Times New Roman"/>
                <a:cs typeface="Times New Roman"/>
              </a:rPr>
              <a:t>di</a:t>
            </a:r>
            <a:r>
              <a:rPr sz="2000" spc="-105" dirty="0">
                <a:latin typeface="Times New Roman"/>
                <a:cs typeface="Times New Roman"/>
              </a:rPr>
              <a:t>f</a:t>
            </a:r>
            <a:r>
              <a:rPr sz="2000" spc="-150" dirty="0">
                <a:latin typeface="Times New Roman"/>
                <a:cs typeface="Times New Roman"/>
              </a:rPr>
              <a:t>f</a:t>
            </a:r>
            <a:r>
              <a:rPr sz="2000" spc="-8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80" dirty="0">
                <a:latin typeface="Times New Roman"/>
                <a:cs typeface="Times New Roman"/>
              </a:rPr>
              <a:t>e</a:t>
            </a:r>
            <a:r>
              <a:rPr sz="2000" spc="-30" dirty="0">
                <a:latin typeface="Times New Roman"/>
                <a:cs typeface="Times New Roman"/>
              </a:rPr>
              <a:t>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65" dirty="0">
                <a:latin typeface="Times New Roman"/>
                <a:cs typeface="Times New Roman"/>
              </a:rPr>
              <a:t>a</a:t>
            </a:r>
            <a:r>
              <a:rPr sz="2000" spc="15" dirty="0">
                <a:latin typeface="Times New Roman"/>
                <a:cs typeface="Times New Roman"/>
              </a:rPr>
              <a:t>r</a:t>
            </a:r>
            <a:r>
              <a:rPr sz="2000" spc="-80" dirty="0">
                <a:latin typeface="Times New Roman"/>
                <a:cs typeface="Times New Roman"/>
              </a:rPr>
              <a:t>c</a:t>
            </a:r>
            <a:r>
              <a:rPr sz="2000" spc="-65" dirty="0">
                <a:latin typeface="Times New Roman"/>
                <a:cs typeface="Times New Roman"/>
              </a:rPr>
              <a:t>hit</a:t>
            </a:r>
            <a:r>
              <a:rPr sz="2000" spc="-85" dirty="0">
                <a:latin typeface="Times New Roman"/>
                <a:cs typeface="Times New Roman"/>
              </a:rPr>
              <a:t>e</a:t>
            </a:r>
            <a:r>
              <a:rPr sz="2000" spc="-120" dirty="0">
                <a:latin typeface="Times New Roman"/>
                <a:cs typeface="Times New Roman"/>
              </a:rPr>
              <a:t>c</a:t>
            </a:r>
            <a:r>
              <a:rPr sz="2000" spc="-15" dirty="0">
                <a:latin typeface="Times New Roman"/>
                <a:cs typeface="Times New Roman"/>
              </a:rPr>
              <a:t>tu</a:t>
            </a:r>
            <a:r>
              <a:rPr sz="2000" spc="-30" dirty="0">
                <a:latin typeface="Times New Roman"/>
                <a:cs typeface="Times New Roman"/>
              </a:rPr>
              <a:t>r</a:t>
            </a:r>
            <a:r>
              <a:rPr sz="2000" spc="-80" dirty="0">
                <a:latin typeface="Times New Roman"/>
                <a:cs typeface="Times New Roman"/>
              </a:rPr>
              <a:t>e</a:t>
            </a:r>
            <a:r>
              <a:rPr sz="2000" spc="-155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859790" lvl="2" indent="-228600">
              <a:lnSpc>
                <a:spcPct val="100000"/>
              </a:lnSpc>
              <a:spcBef>
                <a:spcPts val="300"/>
              </a:spcBef>
              <a:buClr>
                <a:srgbClr val="E6B1AB"/>
              </a:buClr>
              <a:buSzPct val="85000"/>
              <a:buFont typeface="Segoe UI Symbol"/>
              <a:buChar char="⚫"/>
              <a:tabLst>
                <a:tab pos="860425" algn="l"/>
              </a:tabLst>
            </a:pPr>
            <a:r>
              <a:rPr sz="2000" spc="-65" dirty="0">
                <a:latin typeface="Times New Roman"/>
                <a:cs typeface="Times New Roman"/>
              </a:rPr>
              <a:t>Dist</a:t>
            </a:r>
            <a:r>
              <a:rPr sz="2000" spc="-15" dirty="0">
                <a:latin typeface="Times New Roman"/>
                <a:cs typeface="Times New Roman"/>
              </a:rPr>
              <a:t>r</a:t>
            </a:r>
            <a:r>
              <a:rPr sz="2000" spc="-75" dirty="0">
                <a:latin typeface="Times New Roman"/>
                <a:cs typeface="Times New Roman"/>
              </a:rPr>
              <a:t>i</a:t>
            </a:r>
            <a:r>
              <a:rPr sz="2000" spc="-150" dirty="0">
                <a:latin typeface="Times New Roman"/>
                <a:cs typeface="Times New Roman"/>
              </a:rPr>
              <a:t>b</a:t>
            </a:r>
            <a:r>
              <a:rPr sz="2000" spc="-65" dirty="0">
                <a:latin typeface="Times New Roman"/>
                <a:cs typeface="Times New Roman"/>
              </a:rPr>
              <a:t>ution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l</a:t>
            </a:r>
            <a:r>
              <a:rPr sz="2000" spc="-125" dirty="0">
                <a:latin typeface="Times New Roman"/>
                <a:cs typeface="Times New Roman"/>
              </a:rPr>
              <a:t>oa</a:t>
            </a:r>
            <a:r>
              <a:rPr sz="2000" spc="-85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65278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How</a:t>
            </a:r>
            <a:r>
              <a:rPr spc="-10" dirty="0"/>
              <a:t> </a:t>
            </a:r>
            <a:r>
              <a:rPr spc="-25" dirty="0"/>
              <a:t>Jenkins</a:t>
            </a:r>
            <a:r>
              <a:rPr spc="-10" dirty="0"/>
              <a:t> </a:t>
            </a:r>
            <a:r>
              <a:rPr spc="-70" dirty="0"/>
              <a:t>works</a:t>
            </a:r>
            <a:r>
              <a:rPr spc="-10" dirty="0"/>
              <a:t> </a:t>
            </a:r>
            <a:r>
              <a:rPr spc="35" dirty="0"/>
              <a:t>-</a:t>
            </a:r>
            <a:r>
              <a:rPr spc="-5" dirty="0"/>
              <a:t> </a:t>
            </a:r>
            <a:r>
              <a:rPr spc="-45" dirty="0"/>
              <a:t>Reporting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432666"/>
            <a:ext cx="6917055" cy="36868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8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29" dirty="0">
                <a:latin typeface="Times New Roman"/>
                <a:cs typeface="Times New Roman"/>
              </a:rPr>
              <a:t>J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45" dirty="0">
                <a:latin typeface="Times New Roman"/>
                <a:cs typeface="Times New Roman"/>
              </a:rPr>
              <a:t>nkins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35" dirty="0">
                <a:latin typeface="Times New Roman"/>
                <a:cs typeface="Times New Roman"/>
              </a:rPr>
              <a:t>om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with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b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60" dirty="0">
                <a:latin typeface="Times New Roman"/>
                <a:cs typeface="Times New Roman"/>
              </a:rPr>
              <a:t>sic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po</a:t>
            </a:r>
            <a:r>
              <a:rPr sz="2600" spc="40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ting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f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20" dirty="0">
                <a:latin typeface="Times New Roman"/>
                <a:cs typeface="Times New Roman"/>
              </a:rPr>
              <a:t>tu</a:t>
            </a:r>
            <a:r>
              <a:rPr sz="2600" spc="-40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35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320" dirty="0">
                <a:latin typeface="Times New Roman"/>
                <a:cs typeface="Times New Roman"/>
              </a:rPr>
              <a:t>K</a:t>
            </a:r>
            <a:r>
              <a:rPr sz="2400" spc="-95" dirty="0">
                <a:latin typeface="Times New Roman"/>
                <a:cs typeface="Times New Roman"/>
              </a:rPr>
              <a:t>ee</a:t>
            </a:r>
            <a:r>
              <a:rPr sz="2400" spc="-130" dirty="0">
                <a:latin typeface="Times New Roman"/>
                <a:cs typeface="Times New Roman"/>
              </a:rPr>
              <a:t>ping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Times New Roman"/>
                <a:cs typeface="Times New Roman"/>
              </a:rPr>
              <a:t>tr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100" dirty="0">
                <a:latin typeface="Times New Roman"/>
                <a:cs typeface="Times New Roman"/>
              </a:rPr>
              <a:t>c</a:t>
            </a:r>
            <a:r>
              <a:rPr sz="2400" spc="-150" dirty="0">
                <a:latin typeface="Times New Roman"/>
                <a:cs typeface="Times New Roman"/>
              </a:rPr>
              <a:t>k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b</a:t>
            </a:r>
            <a:r>
              <a:rPr sz="2400" spc="-105" dirty="0">
                <a:latin typeface="Times New Roman"/>
                <a:cs typeface="Times New Roman"/>
              </a:rPr>
              <a:t>uild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st</a:t>
            </a:r>
            <a:r>
              <a:rPr sz="2400" spc="-160" dirty="0">
                <a:latin typeface="Times New Roman"/>
                <a:cs typeface="Times New Roman"/>
              </a:rPr>
              <a:t>a</a:t>
            </a:r>
            <a:r>
              <a:rPr sz="2400" spc="-85" dirty="0">
                <a:latin typeface="Times New Roman"/>
                <a:cs typeface="Times New Roman"/>
              </a:rPr>
              <a:t>tus</a:t>
            </a:r>
            <a:endParaRPr sz="2400">
              <a:latin typeface="Times New Roman"/>
              <a:cs typeface="Times New Roman"/>
            </a:endParaRPr>
          </a:p>
          <a:p>
            <a:pPr marL="825500" lvl="2" indent="-228600">
              <a:lnSpc>
                <a:spcPct val="100000"/>
              </a:lnSpc>
              <a:spcBef>
                <a:spcPts val="320"/>
              </a:spcBef>
              <a:buClr>
                <a:srgbClr val="E6B1AB"/>
              </a:buClr>
              <a:buSzPct val="85000"/>
              <a:buFont typeface="Segoe UI Symbol"/>
              <a:buChar char="⚫"/>
              <a:tabLst>
                <a:tab pos="825500" algn="l"/>
              </a:tabLst>
            </a:pPr>
            <a:r>
              <a:rPr sz="2000" spc="-190" dirty="0">
                <a:latin typeface="Times New Roman"/>
                <a:cs typeface="Times New Roman"/>
              </a:rPr>
              <a:t>La</a:t>
            </a:r>
            <a:r>
              <a:rPr sz="2000" spc="-65" dirty="0">
                <a:latin typeface="Times New Roman"/>
                <a:cs typeface="Times New Roman"/>
              </a:rPr>
              <a:t>st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su</a:t>
            </a:r>
            <a:r>
              <a:rPr sz="2000" spc="-125" dirty="0">
                <a:latin typeface="Times New Roman"/>
                <a:cs typeface="Times New Roman"/>
              </a:rPr>
              <a:t>c</a:t>
            </a:r>
            <a:r>
              <a:rPr sz="2000" spc="-120" dirty="0">
                <a:latin typeface="Times New Roman"/>
                <a:cs typeface="Times New Roman"/>
              </a:rPr>
              <a:t>c</a:t>
            </a:r>
            <a:r>
              <a:rPr sz="2000" spc="-80" dirty="0">
                <a:latin typeface="Times New Roman"/>
                <a:cs typeface="Times New Roman"/>
              </a:rPr>
              <a:t>e</a:t>
            </a:r>
            <a:r>
              <a:rPr sz="2000" spc="-155" dirty="0">
                <a:latin typeface="Times New Roman"/>
                <a:cs typeface="Times New Roman"/>
              </a:rPr>
              <a:t>ss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65" dirty="0">
                <a:latin typeface="Times New Roman"/>
                <a:cs typeface="Times New Roman"/>
              </a:rPr>
              <a:t>a</a:t>
            </a:r>
            <a:r>
              <a:rPr sz="2000" spc="-85" dirty="0">
                <a:latin typeface="Times New Roman"/>
                <a:cs typeface="Times New Roman"/>
              </a:rPr>
              <a:t>nd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60" dirty="0">
                <a:latin typeface="Times New Roman"/>
                <a:cs typeface="Times New Roman"/>
              </a:rPr>
              <a:t>f</a:t>
            </a:r>
            <a:r>
              <a:rPr sz="2000" spc="-165" dirty="0">
                <a:latin typeface="Times New Roman"/>
                <a:cs typeface="Times New Roman"/>
              </a:rPr>
              <a:t>a</a:t>
            </a:r>
            <a:r>
              <a:rPr sz="2000" spc="-90" dirty="0">
                <a:latin typeface="Times New Roman"/>
                <a:cs typeface="Times New Roman"/>
              </a:rPr>
              <a:t>il</a:t>
            </a:r>
            <a:r>
              <a:rPr sz="2000" spc="-40" dirty="0">
                <a:latin typeface="Times New Roman"/>
                <a:cs typeface="Times New Roman"/>
              </a:rPr>
              <a:t>u</a:t>
            </a:r>
            <a:r>
              <a:rPr sz="2000" spc="-45" dirty="0">
                <a:latin typeface="Times New Roman"/>
                <a:cs typeface="Times New Roman"/>
              </a:rPr>
              <a:t>r</a:t>
            </a:r>
            <a:r>
              <a:rPr sz="2000" spc="-8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825500" lvl="2" indent="-228600">
              <a:lnSpc>
                <a:spcPct val="100000"/>
              </a:lnSpc>
              <a:spcBef>
                <a:spcPts val="400"/>
              </a:spcBef>
              <a:buClr>
                <a:srgbClr val="E6B1AB"/>
              </a:buClr>
              <a:buSzPct val="85000"/>
              <a:buFont typeface="Segoe UI Symbol"/>
              <a:buChar char="⚫"/>
              <a:tabLst>
                <a:tab pos="825500" algn="l"/>
              </a:tabLst>
            </a:pPr>
            <a:r>
              <a:rPr sz="2000" spc="-265" dirty="0">
                <a:latin typeface="Times New Roman"/>
                <a:cs typeface="Times New Roman"/>
              </a:rPr>
              <a:t>“</a:t>
            </a:r>
            <a:r>
              <a:rPr sz="2000" spc="-275" dirty="0">
                <a:latin typeface="Times New Roman"/>
                <a:cs typeface="Times New Roman"/>
              </a:rPr>
              <a:t>W</a:t>
            </a:r>
            <a:r>
              <a:rPr sz="2000" spc="-80" dirty="0">
                <a:latin typeface="Times New Roman"/>
                <a:cs typeface="Times New Roman"/>
              </a:rPr>
              <a:t>e</a:t>
            </a:r>
            <a:r>
              <a:rPr sz="2000" spc="-180" dirty="0">
                <a:latin typeface="Times New Roman"/>
                <a:cs typeface="Times New Roman"/>
              </a:rPr>
              <a:t>a</a:t>
            </a:r>
            <a:r>
              <a:rPr sz="2000" spc="-55" dirty="0">
                <a:latin typeface="Times New Roman"/>
                <a:cs typeface="Times New Roman"/>
              </a:rPr>
              <a:t>th</a:t>
            </a:r>
            <a:r>
              <a:rPr sz="2000" spc="-70" dirty="0">
                <a:latin typeface="Times New Roman"/>
                <a:cs typeface="Times New Roman"/>
              </a:rPr>
              <a:t>e</a:t>
            </a:r>
            <a:r>
              <a:rPr sz="2000" spc="15" dirty="0">
                <a:latin typeface="Times New Roman"/>
                <a:cs typeface="Times New Roman"/>
              </a:rPr>
              <a:t>r</a:t>
            </a:r>
            <a:r>
              <a:rPr sz="2000" spc="-265" dirty="0">
                <a:latin typeface="Times New Roman"/>
                <a:cs typeface="Times New Roman"/>
              </a:rPr>
              <a:t>”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315" dirty="0">
                <a:latin typeface="Times New Roman"/>
                <a:cs typeface="Times New Roman"/>
              </a:rPr>
              <a:t>B</a:t>
            </a:r>
            <a:r>
              <a:rPr sz="2000" spc="-90" dirty="0">
                <a:latin typeface="Times New Roman"/>
                <a:cs typeface="Times New Roman"/>
              </a:rPr>
              <a:t>uil</a:t>
            </a:r>
            <a:r>
              <a:rPr sz="2000" spc="-85" dirty="0">
                <a:latin typeface="Times New Roman"/>
                <a:cs typeface="Times New Roman"/>
              </a:rPr>
              <a:t>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t</a:t>
            </a:r>
            <a:r>
              <a:rPr sz="2000" spc="5" dirty="0">
                <a:latin typeface="Times New Roman"/>
                <a:cs typeface="Times New Roman"/>
              </a:rPr>
              <a:t>r</a:t>
            </a:r>
            <a:r>
              <a:rPr sz="2000" spc="-80" dirty="0">
                <a:latin typeface="Times New Roman"/>
                <a:cs typeface="Times New Roman"/>
              </a:rPr>
              <a:t>e</a:t>
            </a:r>
            <a:r>
              <a:rPr sz="2000" spc="-85" dirty="0">
                <a:latin typeface="Times New Roman"/>
                <a:cs typeface="Times New Roman"/>
              </a:rPr>
              <a:t>nd</a:t>
            </a:r>
            <a:endParaRPr sz="2000">
              <a:latin typeface="Times New Roman"/>
              <a:cs typeface="Times New Roman"/>
            </a:endParaRPr>
          </a:p>
          <a:p>
            <a:pPr marL="279400" marR="5080" indent="-266700">
              <a:lnSpc>
                <a:spcPct val="100000"/>
              </a:lnSpc>
              <a:spcBef>
                <a:spcPts val="61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0" dirty="0">
                <a:latin typeface="Times New Roman"/>
                <a:cs typeface="Times New Roman"/>
              </a:rPr>
              <a:t>These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greatly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enhanced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with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use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pre-build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plugins</a:t>
            </a:r>
            <a:endParaRPr sz="26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35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80" dirty="0">
                <a:latin typeface="Times New Roman"/>
                <a:cs typeface="Times New Roman"/>
              </a:rPr>
              <a:t>Unit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</a:t>
            </a:r>
            <a:r>
              <a:rPr sz="2400" spc="-45" dirty="0">
                <a:latin typeface="Times New Roman"/>
                <a:cs typeface="Times New Roman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st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c</a:t>
            </a:r>
            <a:r>
              <a:rPr sz="2400" spc="-180" dirty="0">
                <a:latin typeface="Times New Roman"/>
                <a:cs typeface="Times New Roman"/>
              </a:rPr>
              <a:t>o</a:t>
            </a:r>
            <a:r>
              <a:rPr sz="2400" spc="-250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150" dirty="0">
                <a:latin typeface="Times New Roman"/>
                <a:cs typeface="Times New Roman"/>
              </a:rPr>
              <a:t>ge</a:t>
            </a:r>
            <a:endParaRPr sz="24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32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430" dirty="0">
                <a:latin typeface="Times New Roman"/>
                <a:cs typeface="Times New Roman"/>
              </a:rPr>
              <a:t>T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st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125" dirty="0">
                <a:latin typeface="Times New Roman"/>
                <a:cs typeface="Times New Roman"/>
              </a:rPr>
              <a:t>sul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125" dirty="0">
                <a:latin typeface="Times New Roman"/>
                <a:cs typeface="Times New Roman"/>
              </a:rPr>
              <a:t>nding</a:t>
            </a:r>
            <a:endParaRPr sz="24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42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35" dirty="0">
                <a:latin typeface="Times New Roman"/>
                <a:cs typeface="Times New Roman"/>
              </a:rPr>
              <a:t>Find</a:t>
            </a:r>
            <a:r>
              <a:rPr sz="2400" spc="-175" dirty="0">
                <a:latin typeface="Times New Roman"/>
                <a:cs typeface="Times New Roman"/>
              </a:rPr>
              <a:t>b</a:t>
            </a:r>
            <a:r>
              <a:rPr sz="2400" spc="-165" dirty="0">
                <a:latin typeface="Times New Roman"/>
                <a:cs typeface="Times New Roman"/>
              </a:rPr>
              <a:t>ugs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Ch</a:t>
            </a:r>
            <a:r>
              <a:rPr sz="2400" spc="-120" dirty="0">
                <a:latin typeface="Times New Roman"/>
                <a:cs typeface="Times New Roman"/>
              </a:rPr>
              <a:t>e</a:t>
            </a:r>
            <a:r>
              <a:rPr sz="2400" spc="-100" dirty="0">
                <a:latin typeface="Times New Roman"/>
                <a:cs typeface="Times New Roman"/>
              </a:rPr>
              <a:t>c</a:t>
            </a:r>
            <a:r>
              <a:rPr sz="2400" spc="-120" dirty="0">
                <a:latin typeface="Times New Roman"/>
                <a:cs typeface="Times New Roman"/>
              </a:rPr>
              <a:t>kstyl</a:t>
            </a:r>
            <a:r>
              <a:rPr sz="2400" spc="-145" dirty="0">
                <a:latin typeface="Times New Roman"/>
                <a:cs typeface="Times New Roman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85" dirty="0">
                <a:latin typeface="Times New Roman"/>
                <a:cs typeface="Times New Roman"/>
              </a:rPr>
              <a:t>PMD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69837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Jenkins</a:t>
            </a:r>
            <a:r>
              <a:rPr spc="-15" dirty="0"/>
              <a:t> </a:t>
            </a:r>
            <a:r>
              <a:rPr spc="-90" dirty="0"/>
              <a:t>by</a:t>
            </a:r>
            <a:r>
              <a:rPr spc="-10" dirty="0"/>
              <a:t> </a:t>
            </a:r>
            <a:r>
              <a:rPr spc="-85" dirty="0"/>
              <a:t>example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spc="-20" dirty="0"/>
              <a:t>Main</a:t>
            </a:r>
            <a:r>
              <a:rPr spc="-5" dirty="0"/>
              <a:t> </a:t>
            </a:r>
            <a:r>
              <a:rPr spc="-90" dirty="0"/>
              <a:t>Page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3238500"/>
            <a:ext cx="6278880" cy="219837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6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page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140" dirty="0">
                <a:latin typeface="Times New Roman"/>
                <a:cs typeface="Times New Roman"/>
              </a:rPr>
              <a:t>vid</a:t>
            </a:r>
            <a:r>
              <a:rPr sz="2600" spc="-150" dirty="0">
                <a:latin typeface="Times New Roman"/>
                <a:cs typeface="Times New Roman"/>
              </a:rPr>
              <a:t>e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sum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50" dirty="0">
                <a:latin typeface="Times New Roman"/>
                <a:cs typeface="Times New Roman"/>
              </a:rPr>
              <a:t>r</a:t>
            </a:r>
            <a:r>
              <a:rPr sz="2600" spc="-220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oj</a:t>
            </a:r>
            <a:r>
              <a:rPr sz="2600" spc="-130" dirty="0">
                <a:latin typeface="Times New Roman"/>
                <a:cs typeface="Times New Roman"/>
              </a:rPr>
              <a:t>e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85" dirty="0">
                <a:latin typeface="Times New Roman"/>
                <a:cs typeface="Times New Roman"/>
              </a:rPr>
              <a:t>ts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6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" dirty="0">
                <a:latin typeface="Times New Roman"/>
                <a:cs typeface="Times New Roman"/>
              </a:rPr>
              <a:t>Q</a:t>
            </a:r>
            <a:r>
              <a:rPr sz="2600" spc="-125" dirty="0">
                <a:latin typeface="Times New Roman"/>
                <a:cs typeface="Times New Roman"/>
              </a:rPr>
              <a:t>ui</a:t>
            </a:r>
            <a:r>
              <a:rPr sz="2600" spc="-95" dirty="0">
                <a:latin typeface="Times New Roman"/>
                <a:cs typeface="Times New Roman"/>
              </a:rPr>
              <a:t>c</a:t>
            </a:r>
            <a:r>
              <a:rPr sz="2600" spc="-165" dirty="0">
                <a:latin typeface="Times New Roman"/>
                <a:cs typeface="Times New Roman"/>
              </a:rPr>
              <a:t>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vi</a:t>
            </a:r>
            <a:r>
              <a:rPr sz="2600" spc="-204" dirty="0">
                <a:latin typeface="Times New Roman"/>
                <a:cs typeface="Times New Roman"/>
              </a:rPr>
              <a:t>e</a:t>
            </a:r>
            <a:r>
              <a:rPr sz="2600" spc="-145" dirty="0">
                <a:latin typeface="Times New Roman"/>
                <a:cs typeface="Times New Roman"/>
              </a:rPr>
              <a:t>w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endParaRPr sz="26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37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55" dirty="0">
                <a:latin typeface="Times New Roman"/>
                <a:cs typeface="Times New Roman"/>
              </a:rPr>
              <a:t>Wh</a:t>
            </a:r>
            <a:r>
              <a:rPr sz="2400" spc="-120" dirty="0">
                <a:latin typeface="Times New Roman"/>
                <a:cs typeface="Times New Roman"/>
              </a:rPr>
              <a:t>a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320" dirty="0">
                <a:latin typeface="Times New Roman"/>
                <a:cs typeface="Times New Roman"/>
              </a:rPr>
              <a:t>’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b</a:t>
            </a:r>
            <a:r>
              <a:rPr sz="2400" spc="-105" dirty="0">
                <a:latin typeface="Times New Roman"/>
                <a:cs typeface="Times New Roman"/>
              </a:rPr>
              <a:t>uil</a:t>
            </a:r>
            <a:r>
              <a:rPr sz="2400" spc="-130" dirty="0">
                <a:latin typeface="Times New Roman"/>
                <a:cs typeface="Times New Roman"/>
              </a:rPr>
              <a:t>ding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(“No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b</a:t>
            </a:r>
            <a:r>
              <a:rPr sz="2400" spc="-105" dirty="0">
                <a:latin typeface="Times New Roman"/>
                <a:cs typeface="Times New Roman"/>
              </a:rPr>
              <a:t>uil</a:t>
            </a:r>
            <a:r>
              <a:rPr sz="2400" spc="-145" dirty="0">
                <a:latin typeface="Times New Roman"/>
                <a:cs typeface="Times New Roman"/>
              </a:rPr>
              <a:t>ds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q</a:t>
            </a:r>
            <a:r>
              <a:rPr sz="2400" spc="-105" dirty="0">
                <a:latin typeface="Times New Roman"/>
                <a:cs typeface="Times New Roman"/>
              </a:rPr>
              <a:t>u</a:t>
            </a:r>
            <a:r>
              <a:rPr sz="2400" spc="-100" dirty="0">
                <a:latin typeface="Times New Roman"/>
                <a:cs typeface="Times New Roman"/>
              </a:rPr>
              <a:t>e</a:t>
            </a:r>
            <a:r>
              <a:rPr sz="2400" spc="-105" dirty="0">
                <a:latin typeface="Times New Roman"/>
                <a:cs typeface="Times New Roman"/>
              </a:rPr>
              <a:t>u</a:t>
            </a:r>
            <a:r>
              <a:rPr sz="2400" spc="-100" dirty="0">
                <a:latin typeface="Times New Roman"/>
                <a:cs typeface="Times New Roman"/>
              </a:rPr>
              <a:t>e</a:t>
            </a:r>
            <a:r>
              <a:rPr sz="2400" spc="-185" dirty="0">
                <a:latin typeface="Times New Roman"/>
                <a:cs typeface="Times New Roman"/>
              </a:rPr>
              <a:t>”)</a:t>
            </a:r>
            <a:endParaRPr sz="24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32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380" dirty="0">
                <a:latin typeface="Times New Roman"/>
                <a:cs typeface="Times New Roman"/>
              </a:rPr>
              <a:t>B</a:t>
            </a:r>
            <a:r>
              <a:rPr sz="2400" spc="-105" dirty="0">
                <a:latin typeface="Times New Roman"/>
                <a:cs typeface="Times New Roman"/>
              </a:rPr>
              <a:t>uild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45" dirty="0">
                <a:latin typeface="Times New Roman"/>
                <a:cs typeface="Times New Roman"/>
              </a:rPr>
              <a:t>E</a:t>
            </a:r>
            <a:r>
              <a:rPr sz="2400" spc="-145" dirty="0">
                <a:latin typeface="Times New Roman"/>
                <a:cs typeface="Times New Roman"/>
              </a:rPr>
              <a:t>x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145" dirty="0">
                <a:latin typeface="Times New Roman"/>
                <a:cs typeface="Times New Roman"/>
              </a:rPr>
              <a:t>c</a:t>
            </a:r>
            <a:r>
              <a:rPr sz="2400" spc="-40" dirty="0">
                <a:latin typeface="Times New Roman"/>
                <a:cs typeface="Times New Roman"/>
              </a:rPr>
              <a:t>utor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St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85" dirty="0">
                <a:latin typeface="Times New Roman"/>
                <a:cs typeface="Times New Roman"/>
              </a:rPr>
              <a:t>tus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(</a:t>
            </a:r>
            <a:r>
              <a:rPr sz="2400" spc="-110" dirty="0">
                <a:latin typeface="Times New Roman"/>
                <a:cs typeface="Times New Roman"/>
              </a:rPr>
              <a:t>b</a:t>
            </a:r>
            <a:r>
              <a:rPr sz="2400" spc="-75" dirty="0">
                <a:latin typeface="Times New Roman"/>
                <a:cs typeface="Times New Roman"/>
              </a:rPr>
              <a:t>oth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280" dirty="0">
                <a:latin typeface="Times New Roman"/>
                <a:cs typeface="Times New Roman"/>
              </a:rPr>
              <a:t>“</a:t>
            </a:r>
            <a:r>
              <a:rPr sz="2400" spc="-215" dirty="0">
                <a:latin typeface="Times New Roman"/>
                <a:cs typeface="Times New Roman"/>
              </a:rPr>
              <a:t>I</a:t>
            </a:r>
            <a:r>
              <a:rPr sz="2400" spc="-100" dirty="0">
                <a:latin typeface="Times New Roman"/>
                <a:cs typeface="Times New Roman"/>
              </a:rPr>
              <a:t>dl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185" dirty="0">
                <a:latin typeface="Times New Roman"/>
                <a:cs typeface="Times New Roman"/>
              </a:rPr>
              <a:t>”)</a:t>
            </a:r>
            <a:endParaRPr sz="24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42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60" dirty="0">
                <a:latin typeface="Times New Roman"/>
                <a:cs typeface="Times New Roman"/>
              </a:rPr>
              <a:t>St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85" dirty="0">
                <a:latin typeface="Times New Roman"/>
                <a:cs typeface="Times New Roman"/>
              </a:rPr>
              <a:t>tus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p</a:t>
            </a:r>
            <a:r>
              <a:rPr sz="2400" spc="-55" dirty="0">
                <a:latin typeface="Times New Roman"/>
                <a:cs typeface="Times New Roman"/>
              </a:rPr>
              <a:t>r</a:t>
            </a:r>
            <a:r>
              <a:rPr sz="2400" spc="-100" dirty="0">
                <a:latin typeface="Times New Roman"/>
                <a:cs typeface="Times New Roman"/>
              </a:rPr>
              <a:t>oj</a:t>
            </a:r>
            <a:r>
              <a:rPr sz="2400" spc="-120" dirty="0">
                <a:latin typeface="Times New Roman"/>
                <a:cs typeface="Times New Roman"/>
              </a:rPr>
              <a:t>e</a:t>
            </a:r>
            <a:r>
              <a:rPr sz="2400" spc="-145" dirty="0">
                <a:latin typeface="Times New Roman"/>
                <a:cs typeface="Times New Roman"/>
              </a:rPr>
              <a:t>c</a:t>
            </a:r>
            <a:r>
              <a:rPr sz="2400" spc="-75" dirty="0">
                <a:latin typeface="Times New Roman"/>
                <a:cs typeface="Times New Roman"/>
              </a:rPr>
              <a:t>ts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599" y="1371601"/>
            <a:ext cx="7845062" cy="166837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64858"/>
            <a:ext cx="6939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Jenkins</a:t>
            </a:r>
            <a:r>
              <a:rPr sz="3600" spc="-15" dirty="0"/>
              <a:t> </a:t>
            </a:r>
            <a:r>
              <a:rPr sz="3600" spc="-80" dirty="0"/>
              <a:t>by</a:t>
            </a:r>
            <a:r>
              <a:rPr sz="3600" spc="-10" dirty="0"/>
              <a:t> </a:t>
            </a:r>
            <a:r>
              <a:rPr sz="3600" spc="-75" dirty="0"/>
              <a:t>example</a:t>
            </a:r>
            <a:r>
              <a:rPr sz="3600" spc="-10" dirty="0"/>
              <a:t> </a:t>
            </a:r>
            <a:r>
              <a:rPr sz="3600" dirty="0"/>
              <a:t>–</a:t>
            </a:r>
            <a:r>
              <a:rPr sz="3600" spc="-10" dirty="0"/>
              <a:t> </a:t>
            </a:r>
            <a:r>
              <a:rPr sz="3600" spc="-60" dirty="0"/>
              <a:t>Project</a:t>
            </a:r>
            <a:r>
              <a:rPr sz="3600" spc="-10" dirty="0"/>
              <a:t> </a:t>
            </a:r>
            <a:r>
              <a:rPr sz="3600" spc="-25" dirty="0"/>
              <a:t>Status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93139" y="1480820"/>
            <a:ext cx="6789420" cy="205105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279400" marR="5080" indent="-266700">
              <a:lnSpc>
                <a:spcPts val="3100"/>
              </a:lnSpc>
              <a:spcBef>
                <a:spcPts val="219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90" dirty="0">
                <a:latin typeface="Times New Roman"/>
                <a:cs typeface="Times New Roman"/>
              </a:rPr>
              <a:t>Project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status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pages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provide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more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details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about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given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project</a:t>
            </a:r>
            <a:endParaRPr sz="26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25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20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st</a:t>
            </a:r>
            <a:r>
              <a:rPr sz="2400" spc="-160" dirty="0">
                <a:latin typeface="Times New Roman"/>
                <a:cs typeface="Times New Roman"/>
              </a:rPr>
              <a:t>a</a:t>
            </a:r>
            <a:r>
              <a:rPr sz="2400" spc="-85" dirty="0">
                <a:latin typeface="Times New Roman"/>
                <a:cs typeface="Times New Roman"/>
              </a:rPr>
              <a:t>tus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l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st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s</a:t>
            </a:r>
            <a:r>
              <a:rPr sz="2400" spc="-190" dirty="0">
                <a:latin typeface="Times New Roman"/>
                <a:cs typeface="Times New Roman"/>
              </a:rPr>
              <a:t>e</a:t>
            </a:r>
            <a:r>
              <a:rPr sz="2400" spc="-250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95" dirty="0">
                <a:latin typeface="Times New Roman"/>
                <a:cs typeface="Times New Roman"/>
              </a:rPr>
              <a:t>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b</a:t>
            </a:r>
            <a:r>
              <a:rPr sz="2400" spc="-105" dirty="0">
                <a:latin typeface="Times New Roman"/>
                <a:cs typeface="Times New Roman"/>
              </a:rPr>
              <a:t>uil</a:t>
            </a:r>
            <a:r>
              <a:rPr sz="2400" spc="-145" dirty="0">
                <a:latin typeface="Times New Roman"/>
                <a:cs typeface="Times New Roman"/>
              </a:rPr>
              <a:t>ds</a:t>
            </a:r>
            <a:endParaRPr sz="24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32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30" dirty="0">
                <a:latin typeface="Times New Roman"/>
                <a:cs typeface="Times New Roman"/>
              </a:rPr>
              <a:t>C</a:t>
            </a:r>
            <a:r>
              <a:rPr sz="2400" spc="-170" dirty="0">
                <a:latin typeface="Times New Roman"/>
                <a:cs typeface="Times New Roman"/>
              </a:rPr>
              <a:t>ha</a:t>
            </a:r>
            <a:r>
              <a:rPr sz="2400" spc="105" dirty="0">
                <a:latin typeface="Times New Roman"/>
                <a:cs typeface="Times New Roman"/>
              </a:rPr>
              <a:t>r</a:t>
            </a:r>
            <a:r>
              <a:rPr sz="2400" spc="-100" dirty="0">
                <a:latin typeface="Times New Roman"/>
                <a:cs typeface="Times New Roman"/>
              </a:rPr>
              <a:t>ting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(d</a:t>
            </a:r>
            <a:r>
              <a:rPr sz="2400" spc="-90" dirty="0">
                <a:latin typeface="Times New Roman"/>
                <a:cs typeface="Times New Roman"/>
              </a:rPr>
              <a:t>e</a:t>
            </a:r>
            <a:r>
              <a:rPr sz="2400" spc="-105" dirty="0">
                <a:latin typeface="Times New Roman"/>
                <a:cs typeface="Times New Roman"/>
              </a:rPr>
              <a:t>p</a:t>
            </a:r>
            <a:r>
              <a:rPr sz="2400" spc="-100" dirty="0">
                <a:latin typeface="Times New Roman"/>
                <a:cs typeface="Times New Roman"/>
              </a:rPr>
              <a:t>e</a:t>
            </a:r>
            <a:r>
              <a:rPr sz="2400" spc="-125" dirty="0">
                <a:latin typeface="Times New Roman"/>
                <a:cs typeface="Times New Roman"/>
              </a:rPr>
              <a:t>nding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pl</a:t>
            </a:r>
            <a:r>
              <a:rPr sz="2400" spc="-150" dirty="0">
                <a:latin typeface="Times New Roman"/>
                <a:cs typeface="Times New Roman"/>
              </a:rPr>
              <a:t>u</a:t>
            </a:r>
            <a:r>
              <a:rPr sz="2400" spc="-105" dirty="0">
                <a:latin typeface="Times New Roman"/>
                <a:cs typeface="Times New Roman"/>
              </a:rPr>
              <a:t>g</a:t>
            </a:r>
            <a:r>
              <a:rPr sz="2400" spc="-135" dirty="0">
                <a:latin typeface="Times New Roman"/>
                <a:cs typeface="Times New Roman"/>
              </a:rPr>
              <a:t>in</a:t>
            </a:r>
            <a:r>
              <a:rPr sz="2400" spc="-140" dirty="0">
                <a:latin typeface="Times New Roman"/>
                <a:cs typeface="Times New Roman"/>
              </a:rPr>
              <a:t>s</a:t>
            </a:r>
            <a:r>
              <a:rPr sz="2400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420"/>
              </a:spcBef>
              <a:buClr>
                <a:srgbClr val="9B2D1F"/>
              </a:buClr>
              <a:buSzPct val="83333"/>
              <a:buFont typeface="Segoe UI Symbol"/>
              <a:buChar char="⚫"/>
              <a:tabLst>
                <a:tab pos="558800" algn="l"/>
              </a:tabLst>
            </a:pPr>
            <a:r>
              <a:rPr sz="2400" spc="-114" dirty="0">
                <a:latin typeface="Times New Roman"/>
                <a:cs typeface="Times New Roman"/>
              </a:rPr>
              <a:t>Dependencies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64858"/>
            <a:ext cx="6939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Jenkins</a:t>
            </a:r>
            <a:r>
              <a:rPr sz="3600" spc="-15" dirty="0"/>
              <a:t> </a:t>
            </a:r>
            <a:r>
              <a:rPr sz="3600" spc="-80" dirty="0"/>
              <a:t>by</a:t>
            </a:r>
            <a:r>
              <a:rPr sz="3600" spc="-10" dirty="0"/>
              <a:t> </a:t>
            </a:r>
            <a:r>
              <a:rPr sz="3600" spc="-75" dirty="0"/>
              <a:t>example</a:t>
            </a:r>
            <a:r>
              <a:rPr sz="3600" spc="-10" dirty="0"/>
              <a:t> </a:t>
            </a:r>
            <a:r>
              <a:rPr sz="3600" dirty="0"/>
              <a:t>–</a:t>
            </a:r>
            <a:r>
              <a:rPr sz="3600" spc="-10" dirty="0"/>
              <a:t> </a:t>
            </a:r>
            <a:r>
              <a:rPr sz="3600" spc="-60" dirty="0"/>
              <a:t>Project</a:t>
            </a:r>
            <a:r>
              <a:rPr sz="3600" spc="-10" dirty="0"/>
              <a:t> </a:t>
            </a:r>
            <a:r>
              <a:rPr sz="3600" spc="-25" dirty="0"/>
              <a:t>Status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3264" y="1447801"/>
            <a:ext cx="5934670" cy="451561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72542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Jenkins</a:t>
            </a:r>
            <a:r>
              <a:rPr spc="-10" dirty="0"/>
              <a:t> </a:t>
            </a:r>
            <a:r>
              <a:rPr spc="-90" dirty="0"/>
              <a:t>by</a:t>
            </a:r>
            <a:r>
              <a:rPr spc="-10" dirty="0"/>
              <a:t> </a:t>
            </a:r>
            <a:r>
              <a:rPr spc="-85" dirty="0"/>
              <a:t>example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spc="-65" dirty="0"/>
              <a:t>New</a:t>
            </a:r>
            <a:r>
              <a:rPr spc="-5" dirty="0"/>
              <a:t> </a:t>
            </a:r>
            <a:r>
              <a:rPr spc="-65" dirty="0"/>
              <a:t>Project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903" y="1447801"/>
            <a:ext cx="6283389" cy="451229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4014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Enhancing</a:t>
            </a:r>
            <a:r>
              <a:rPr spc="-35" dirty="0"/>
              <a:t> </a:t>
            </a:r>
            <a:r>
              <a:rPr spc="-25" dirty="0"/>
              <a:t>Jenkins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435100"/>
            <a:ext cx="7303770" cy="44526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79400" marR="5080" indent="-266700">
              <a:lnSpc>
                <a:spcPct val="78700"/>
              </a:lnSpc>
              <a:spcBef>
                <a:spcPts val="560"/>
              </a:spcBef>
              <a:buClr>
                <a:srgbClr val="D34817"/>
              </a:buClr>
              <a:buSzPct val="83333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1800" spc="-105" dirty="0">
                <a:latin typeface="Times New Roman"/>
                <a:cs typeface="Times New Roman"/>
              </a:rPr>
              <a:t>Jenkins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plugin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system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can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enable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wide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range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features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including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(but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certainly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not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limited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to)</a:t>
            </a:r>
            <a:endParaRPr sz="1800">
              <a:latin typeface="Times New Roman"/>
              <a:cs typeface="Times New Roman"/>
            </a:endParaRPr>
          </a:p>
          <a:p>
            <a:pPr marL="558800" lvl="1" indent="-228600">
              <a:lnSpc>
                <a:spcPts val="1970"/>
              </a:lnSpc>
              <a:buClr>
                <a:srgbClr val="9B2D1F"/>
              </a:buClr>
              <a:buSzPct val="85294"/>
              <a:buFont typeface="Segoe UI Symbol"/>
              <a:buChar char="⚫"/>
              <a:tabLst>
                <a:tab pos="558800" algn="l"/>
              </a:tabLst>
            </a:pPr>
            <a:r>
              <a:rPr sz="1700" spc="-180" dirty="0">
                <a:latin typeface="Times New Roman"/>
                <a:cs typeface="Times New Roman"/>
              </a:rPr>
              <a:t>SCM</a:t>
            </a:r>
            <a:endParaRPr sz="1700">
              <a:latin typeface="Times New Roman"/>
              <a:cs typeface="Times New Roman"/>
            </a:endParaRPr>
          </a:p>
          <a:p>
            <a:pPr marL="825500" lvl="2" indent="-228600">
              <a:lnSpc>
                <a:spcPts val="1660"/>
              </a:lnSpc>
              <a:spcBef>
                <a:spcPts val="20"/>
              </a:spcBef>
              <a:buClr>
                <a:srgbClr val="E6B1AB"/>
              </a:buClr>
              <a:buSzPct val="82142"/>
              <a:buFont typeface="Segoe UI Symbol"/>
              <a:buChar char="⚫"/>
              <a:tabLst>
                <a:tab pos="824865" algn="l"/>
                <a:tab pos="825500" algn="l"/>
              </a:tabLst>
            </a:pPr>
            <a:r>
              <a:rPr sz="1400" spc="-150" dirty="0">
                <a:latin typeface="Times New Roman"/>
                <a:cs typeface="Times New Roman"/>
              </a:rPr>
              <a:t>M</a:t>
            </a:r>
            <a:r>
              <a:rPr sz="1400" spc="-80" dirty="0">
                <a:latin typeface="Times New Roman"/>
                <a:cs typeface="Times New Roman"/>
              </a:rPr>
              <a:t>e</a:t>
            </a:r>
            <a:r>
              <a:rPr sz="1400" spc="10" dirty="0">
                <a:latin typeface="Times New Roman"/>
                <a:cs typeface="Times New Roman"/>
              </a:rPr>
              <a:t>r</a:t>
            </a:r>
            <a:r>
              <a:rPr sz="1400" spc="-85" dirty="0">
                <a:latin typeface="Times New Roman"/>
                <a:cs typeface="Times New Roman"/>
              </a:rPr>
              <a:t>c</a:t>
            </a:r>
            <a:r>
              <a:rPr sz="1400" spc="-30" dirty="0">
                <a:latin typeface="Times New Roman"/>
                <a:cs typeface="Times New Roman"/>
              </a:rPr>
              <a:t>u</a:t>
            </a:r>
            <a:r>
              <a:rPr sz="1400" spc="5" dirty="0">
                <a:latin typeface="Times New Roman"/>
                <a:cs typeface="Times New Roman"/>
              </a:rPr>
              <a:t>r</a:t>
            </a:r>
            <a:r>
              <a:rPr sz="1400" spc="-90" dirty="0">
                <a:latin typeface="Times New Roman"/>
                <a:cs typeface="Times New Roman"/>
              </a:rPr>
              <a:t>ia</a:t>
            </a:r>
            <a:r>
              <a:rPr sz="1400" spc="-55" dirty="0">
                <a:latin typeface="Times New Roman"/>
                <a:cs typeface="Times New Roman"/>
              </a:rPr>
              <a:t>l</a:t>
            </a:r>
            <a:r>
              <a:rPr sz="1400" spc="55" dirty="0">
                <a:latin typeface="Times New Roman"/>
                <a:cs typeface="Times New Roman"/>
              </a:rPr>
              <a:t>,</a:t>
            </a:r>
            <a:r>
              <a:rPr sz="1400" spc="-95" dirty="0">
                <a:latin typeface="Times New Roman"/>
                <a:cs typeface="Times New Roman"/>
              </a:rPr>
              <a:t> G</a:t>
            </a:r>
            <a:r>
              <a:rPr sz="1400" spc="-25" dirty="0">
                <a:latin typeface="Times New Roman"/>
                <a:cs typeface="Times New Roman"/>
              </a:rPr>
              <a:t>it</a:t>
            </a:r>
            <a:r>
              <a:rPr sz="1400" spc="55" dirty="0">
                <a:latin typeface="Times New Roman"/>
                <a:cs typeface="Times New Roman"/>
              </a:rPr>
              <a:t>,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-114" dirty="0">
                <a:latin typeface="Times New Roman"/>
                <a:cs typeface="Times New Roman"/>
              </a:rPr>
              <a:t>Su</a:t>
            </a:r>
            <a:r>
              <a:rPr sz="1400" spc="-130" dirty="0">
                <a:latin typeface="Times New Roman"/>
                <a:cs typeface="Times New Roman"/>
              </a:rPr>
              <a:t>b</a:t>
            </a:r>
            <a:r>
              <a:rPr sz="1400" spc="-150" dirty="0">
                <a:latin typeface="Times New Roman"/>
                <a:cs typeface="Times New Roman"/>
              </a:rPr>
              <a:t>v</a:t>
            </a:r>
            <a:r>
              <a:rPr sz="1400" spc="-55" dirty="0">
                <a:latin typeface="Times New Roman"/>
                <a:cs typeface="Times New Roman"/>
              </a:rPr>
              <a:t>e</a:t>
            </a:r>
            <a:r>
              <a:rPr sz="1400" spc="40" dirty="0">
                <a:latin typeface="Times New Roman"/>
                <a:cs typeface="Times New Roman"/>
              </a:rPr>
              <a:t>r</a:t>
            </a:r>
            <a:r>
              <a:rPr sz="1400" spc="-75" dirty="0">
                <a:latin typeface="Times New Roman"/>
                <a:cs typeface="Times New Roman"/>
              </a:rPr>
              <a:t>sion</a:t>
            </a:r>
            <a:endParaRPr sz="1400">
              <a:latin typeface="Times New Roman"/>
              <a:cs typeface="Times New Roman"/>
            </a:endParaRPr>
          </a:p>
          <a:p>
            <a:pPr marL="558800" lvl="1" indent="-228600">
              <a:lnSpc>
                <a:spcPts val="2020"/>
              </a:lnSpc>
              <a:buClr>
                <a:srgbClr val="9B2D1F"/>
              </a:buClr>
              <a:buSzPct val="85294"/>
              <a:buFont typeface="Segoe UI Symbol"/>
              <a:buChar char="⚫"/>
              <a:tabLst>
                <a:tab pos="558800" algn="l"/>
              </a:tabLst>
            </a:pPr>
            <a:r>
              <a:rPr sz="1700" spc="-114" dirty="0">
                <a:latin typeface="Times New Roman"/>
                <a:cs typeface="Times New Roman"/>
              </a:rPr>
              <a:t>Testing</a:t>
            </a:r>
            <a:endParaRPr sz="1700">
              <a:latin typeface="Times New Roman"/>
              <a:cs typeface="Times New Roman"/>
            </a:endParaRPr>
          </a:p>
          <a:p>
            <a:pPr marL="825500" lvl="2" indent="-228600">
              <a:lnSpc>
                <a:spcPts val="1660"/>
              </a:lnSpc>
              <a:spcBef>
                <a:spcPts val="20"/>
              </a:spcBef>
              <a:buClr>
                <a:srgbClr val="E6B1AB"/>
              </a:buClr>
              <a:buSzPct val="82142"/>
              <a:buFont typeface="Segoe UI Symbol"/>
              <a:buChar char="⚫"/>
              <a:tabLst>
                <a:tab pos="824865" algn="l"/>
                <a:tab pos="825500" algn="l"/>
              </a:tabLst>
            </a:pPr>
            <a:r>
              <a:rPr sz="1400" spc="-65" dirty="0">
                <a:latin typeface="Times New Roman"/>
                <a:cs typeface="Times New Roman"/>
              </a:rPr>
              <a:t>Selenium,Windmill,TestLink</a:t>
            </a:r>
            <a:endParaRPr sz="1400">
              <a:latin typeface="Times New Roman"/>
              <a:cs typeface="Times New Roman"/>
            </a:endParaRPr>
          </a:p>
          <a:p>
            <a:pPr marL="558800" lvl="1" indent="-228600">
              <a:lnSpc>
                <a:spcPts val="2020"/>
              </a:lnSpc>
              <a:buClr>
                <a:srgbClr val="9B2D1F"/>
              </a:buClr>
              <a:buSzPct val="85294"/>
              <a:buFont typeface="Segoe UI Symbol"/>
              <a:buChar char="⚫"/>
              <a:tabLst>
                <a:tab pos="558800" algn="l"/>
              </a:tabLst>
            </a:pPr>
            <a:r>
              <a:rPr sz="1700" spc="-80" dirty="0">
                <a:latin typeface="Times New Roman"/>
                <a:cs typeface="Times New Roman"/>
              </a:rPr>
              <a:t>Notifications</a:t>
            </a:r>
            <a:endParaRPr sz="1700">
              <a:latin typeface="Times New Roman"/>
              <a:cs typeface="Times New Roman"/>
            </a:endParaRPr>
          </a:p>
          <a:p>
            <a:pPr marL="825500" lvl="2" indent="-228600">
              <a:lnSpc>
                <a:spcPct val="100000"/>
              </a:lnSpc>
              <a:spcBef>
                <a:spcPts val="20"/>
              </a:spcBef>
              <a:buClr>
                <a:srgbClr val="E6B1AB"/>
              </a:buClr>
              <a:buSzPct val="82142"/>
              <a:buFont typeface="Segoe UI Symbol"/>
              <a:buChar char="⚫"/>
              <a:tabLst>
                <a:tab pos="824865" algn="l"/>
                <a:tab pos="825500" algn="l"/>
              </a:tabLst>
            </a:pPr>
            <a:r>
              <a:rPr sz="1400" spc="-105" dirty="0">
                <a:latin typeface="Times New Roman"/>
                <a:cs typeface="Times New Roman"/>
              </a:rPr>
              <a:t>I</a:t>
            </a:r>
            <a:r>
              <a:rPr sz="1400" spc="-110" dirty="0">
                <a:latin typeface="Times New Roman"/>
                <a:cs typeface="Times New Roman"/>
              </a:rPr>
              <a:t>R</a:t>
            </a:r>
            <a:r>
              <a:rPr sz="1400" spc="-120" dirty="0">
                <a:latin typeface="Times New Roman"/>
                <a:cs typeface="Times New Roman"/>
              </a:rPr>
              <a:t>C</a:t>
            </a:r>
            <a:r>
              <a:rPr sz="1400" spc="145" dirty="0">
                <a:latin typeface="Times New Roman"/>
                <a:cs typeface="Times New Roman"/>
              </a:rPr>
              <a:t>,</a:t>
            </a:r>
            <a:r>
              <a:rPr sz="1400" spc="-215" dirty="0">
                <a:latin typeface="Times New Roman"/>
                <a:cs typeface="Times New Roman"/>
              </a:rPr>
              <a:t>T</a:t>
            </a:r>
            <a:r>
              <a:rPr sz="1400" spc="-35" dirty="0">
                <a:latin typeface="Times New Roman"/>
                <a:cs typeface="Times New Roman"/>
              </a:rPr>
              <a:t>witt</a:t>
            </a:r>
            <a:r>
              <a:rPr sz="1400" spc="-45" dirty="0">
                <a:latin typeface="Times New Roman"/>
                <a:cs typeface="Times New Roman"/>
              </a:rPr>
              <a:t>e</a:t>
            </a:r>
            <a:r>
              <a:rPr sz="1400" spc="-114" dirty="0">
                <a:latin typeface="Times New Roman"/>
                <a:cs typeface="Times New Roman"/>
              </a:rPr>
              <a:t>r</a:t>
            </a:r>
            <a:r>
              <a:rPr sz="1400" spc="55" dirty="0">
                <a:latin typeface="Times New Roman"/>
                <a:cs typeface="Times New Roman"/>
              </a:rPr>
              <a:t>,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-125" dirty="0">
                <a:latin typeface="Times New Roman"/>
                <a:cs typeface="Times New Roman"/>
              </a:rPr>
              <a:t>J</a:t>
            </a:r>
            <a:r>
              <a:rPr sz="1400" spc="-114" dirty="0">
                <a:latin typeface="Times New Roman"/>
                <a:cs typeface="Times New Roman"/>
              </a:rPr>
              <a:t>a</a:t>
            </a:r>
            <a:r>
              <a:rPr sz="1400" spc="-90" dirty="0">
                <a:latin typeface="Times New Roman"/>
                <a:cs typeface="Times New Roman"/>
              </a:rPr>
              <a:t>b</a:t>
            </a:r>
            <a:r>
              <a:rPr sz="1400" spc="-75" dirty="0">
                <a:latin typeface="Times New Roman"/>
                <a:cs typeface="Times New Roman"/>
              </a:rPr>
              <a:t>b</a:t>
            </a:r>
            <a:r>
              <a:rPr sz="1400" spc="-55" dirty="0">
                <a:latin typeface="Times New Roman"/>
                <a:cs typeface="Times New Roman"/>
              </a:rPr>
              <a:t>e</a:t>
            </a:r>
            <a:r>
              <a:rPr sz="1400" spc="15" dirty="0">
                <a:latin typeface="Times New Roman"/>
                <a:cs typeface="Times New Roman"/>
              </a:rPr>
              <a:t>r</a:t>
            </a:r>
            <a:endParaRPr sz="1400">
              <a:latin typeface="Times New Roman"/>
              <a:cs typeface="Times New Roman"/>
            </a:endParaRPr>
          </a:p>
          <a:p>
            <a:pPr marL="558800" lvl="1" indent="-228600">
              <a:lnSpc>
                <a:spcPct val="100000"/>
              </a:lnSpc>
              <a:spcBef>
                <a:spcPts val="60"/>
              </a:spcBef>
              <a:buClr>
                <a:srgbClr val="9B2D1F"/>
              </a:buClr>
              <a:buSzPct val="85294"/>
              <a:buFont typeface="Segoe UI Symbol"/>
              <a:buChar char="⚫"/>
              <a:tabLst>
                <a:tab pos="558800" algn="l"/>
              </a:tabLst>
            </a:pPr>
            <a:r>
              <a:rPr sz="1700" spc="-60" dirty="0">
                <a:latin typeface="Times New Roman"/>
                <a:cs typeface="Times New Roman"/>
              </a:rPr>
              <a:t>Reporting</a:t>
            </a:r>
            <a:endParaRPr sz="1700">
              <a:latin typeface="Times New Roman"/>
              <a:cs typeface="Times New Roman"/>
            </a:endParaRPr>
          </a:p>
          <a:p>
            <a:pPr marL="825500" lvl="2" indent="-228600">
              <a:lnSpc>
                <a:spcPts val="1660"/>
              </a:lnSpc>
              <a:spcBef>
                <a:spcPts val="20"/>
              </a:spcBef>
              <a:buClr>
                <a:srgbClr val="E6B1AB"/>
              </a:buClr>
              <a:buSzPct val="82142"/>
              <a:buFont typeface="Segoe UI Symbol"/>
              <a:buChar char="⚫"/>
              <a:tabLst>
                <a:tab pos="824865" algn="l"/>
                <a:tab pos="825500" algn="l"/>
              </a:tabLst>
            </a:pPr>
            <a:r>
              <a:rPr sz="1400" spc="-85" dirty="0">
                <a:latin typeface="Times New Roman"/>
                <a:cs typeface="Times New Roman"/>
              </a:rPr>
              <a:t>Do</a:t>
            </a:r>
            <a:r>
              <a:rPr sz="1400" spc="-90" dirty="0">
                <a:latin typeface="Times New Roman"/>
                <a:cs typeface="Times New Roman"/>
              </a:rPr>
              <a:t>xyg</a:t>
            </a:r>
            <a:r>
              <a:rPr sz="1400" spc="-85" dirty="0">
                <a:latin typeface="Times New Roman"/>
                <a:cs typeface="Times New Roman"/>
              </a:rPr>
              <a:t>e</a:t>
            </a:r>
            <a:r>
              <a:rPr sz="1400" spc="-60" dirty="0">
                <a:latin typeface="Times New Roman"/>
                <a:cs typeface="Times New Roman"/>
              </a:rPr>
              <a:t>n</a:t>
            </a:r>
            <a:r>
              <a:rPr sz="1400" spc="55" dirty="0">
                <a:latin typeface="Times New Roman"/>
                <a:cs typeface="Times New Roman"/>
              </a:rPr>
              <a:t>,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-125" dirty="0">
                <a:latin typeface="Times New Roman"/>
                <a:cs typeface="Times New Roman"/>
              </a:rPr>
              <a:t>PM</a:t>
            </a:r>
            <a:r>
              <a:rPr sz="1400" spc="-210" dirty="0">
                <a:latin typeface="Times New Roman"/>
                <a:cs typeface="Times New Roman"/>
              </a:rPr>
              <a:t>D</a:t>
            </a:r>
            <a:r>
              <a:rPr sz="1400" spc="55" dirty="0">
                <a:latin typeface="Times New Roman"/>
                <a:cs typeface="Times New Roman"/>
              </a:rPr>
              <a:t>,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-80" dirty="0">
                <a:latin typeface="Times New Roman"/>
                <a:cs typeface="Times New Roman"/>
              </a:rPr>
              <a:t>Find</a:t>
            </a:r>
            <a:r>
              <a:rPr sz="1400" spc="-100" dirty="0">
                <a:latin typeface="Times New Roman"/>
                <a:cs typeface="Times New Roman"/>
              </a:rPr>
              <a:t>b</a:t>
            </a:r>
            <a:r>
              <a:rPr sz="1400" spc="-95" dirty="0">
                <a:latin typeface="Times New Roman"/>
                <a:cs typeface="Times New Roman"/>
              </a:rPr>
              <a:t>ugs</a:t>
            </a:r>
            <a:endParaRPr sz="1400">
              <a:latin typeface="Times New Roman"/>
              <a:cs typeface="Times New Roman"/>
            </a:endParaRPr>
          </a:p>
          <a:p>
            <a:pPr marL="558800" lvl="1" indent="-228600">
              <a:lnSpc>
                <a:spcPts val="2020"/>
              </a:lnSpc>
              <a:buClr>
                <a:srgbClr val="9B2D1F"/>
              </a:buClr>
              <a:buSzPct val="85294"/>
              <a:buFont typeface="Segoe UI Symbol"/>
              <a:buChar char="⚫"/>
              <a:tabLst>
                <a:tab pos="558800" algn="l"/>
              </a:tabLst>
            </a:pPr>
            <a:r>
              <a:rPr sz="1700" spc="-225" dirty="0">
                <a:latin typeface="Times New Roman"/>
                <a:cs typeface="Times New Roman"/>
              </a:rPr>
              <a:t>A</a:t>
            </a:r>
            <a:r>
              <a:rPr sz="1700" spc="70" dirty="0">
                <a:latin typeface="Times New Roman"/>
                <a:cs typeface="Times New Roman"/>
              </a:rPr>
              <a:t>r</a:t>
            </a:r>
            <a:r>
              <a:rPr sz="1700" spc="-60" dirty="0">
                <a:latin typeface="Times New Roman"/>
                <a:cs typeface="Times New Roman"/>
              </a:rPr>
              <a:t>ti</a:t>
            </a:r>
            <a:r>
              <a:rPr sz="1700" spc="-80" dirty="0">
                <a:latin typeface="Times New Roman"/>
                <a:cs typeface="Times New Roman"/>
              </a:rPr>
              <a:t>f</a:t>
            </a:r>
            <a:r>
              <a:rPr sz="1700" spc="-140" dirty="0">
                <a:latin typeface="Times New Roman"/>
                <a:cs typeface="Times New Roman"/>
              </a:rPr>
              <a:t>a</a:t>
            </a:r>
            <a:r>
              <a:rPr sz="1700" spc="-105" dirty="0">
                <a:latin typeface="Times New Roman"/>
                <a:cs typeface="Times New Roman"/>
              </a:rPr>
              <a:t>c</a:t>
            </a:r>
            <a:r>
              <a:rPr sz="1700" spc="20" dirty="0">
                <a:latin typeface="Times New Roman"/>
                <a:cs typeface="Times New Roman"/>
              </a:rPr>
              <a:t>t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210" dirty="0">
                <a:latin typeface="Times New Roman"/>
                <a:cs typeface="Times New Roman"/>
              </a:rPr>
              <a:t>S</a:t>
            </a:r>
            <a:r>
              <a:rPr sz="1700" spc="-220" dirty="0">
                <a:latin typeface="Times New Roman"/>
                <a:cs typeface="Times New Roman"/>
              </a:rPr>
              <a:t>a</a:t>
            </a:r>
            <a:r>
              <a:rPr sz="1700" spc="-110" dirty="0">
                <a:latin typeface="Times New Roman"/>
                <a:cs typeface="Times New Roman"/>
              </a:rPr>
              <a:t>ving</a:t>
            </a:r>
            <a:endParaRPr sz="1700">
              <a:latin typeface="Times New Roman"/>
              <a:cs typeface="Times New Roman"/>
            </a:endParaRPr>
          </a:p>
          <a:p>
            <a:pPr marL="825500" lvl="2" indent="-228600">
              <a:lnSpc>
                <a:spcPts val="1660"/>
              </a:lnSpc>
              <a:spcBef>
                <a:spcPts val="20"/>
              </a:spcBef>
              <a:buClr>
                <a:srgbClr val="E6B1AB"/>
              </a:buClr>
              <a:buSzPct val="82142"/>
              <a:buFont typeface="Segoe UI Symbol"/>
              <a:buChar char="⚫"/>
              <a:tabLst>
                <a:tab pos="824865" algn="l"/>
                <a:tab pos="825500" algn="l"/>
              </a:tabLst>
            </a:pPr>
            <a:r>
              <a:rPr sz="1400" spc="-185" dirty="0">
                <a:latin typeface="Times New Roman"/>
                <a:cs typeface="Times New Roman"/>
              </a:rPr>
              <a:t>A</a:t>
            </a:r>
            <a:r>
              <a:rPr sz="1400" spc="60" dirty="0">
                <a:latin typeface="Times New Roman"/>
                <a:cs typeface="Times New Roman"/>
              </a:rPr>
              <a:t>r</a:t>
            </a:r>
            <a:r>
              <a:rPr sz="1400" spc="-50" dirty="0">
                <a:latin typeface="Times New Roman"/>
                <a:cs typeface="Times New Roman"/>
              </a:rPr>
              <a:t>ti</a:t>
            </a:r>
            <a:r>
              <a:rPr sz="1400" spc="-70" dirty="0">
                <a:latin typeface="Times New Roman"/>
                <a:cs typeface="Times New Roman"/>
              </a:rPr>
              <a:t>f</a:t>
            </a:r>
            <a:r>
              <a:rPr sz="1400" spc="-114" dirty="0">
                <a:latin typeface="Times New Roman"/>
                <a:cs typeface="Times New Roman"/>
              </a:rPr>
              <a:t>a</a:t>
            </a:r>
            <a:r>
              <a:rPr sz="1400" spc="-85" dirty="0">
                <a:latin typeface="Times New Roman"/>
                <a:cs typeface="Times New Roman"/>
              </a:rPr>
              <a:t>c</a:t>
            </a:r>
            <a:r>
              <a:rPr sz="1400" spc="-10" dirty="0">
                <a:latin typeface="Times New Roman"/>
                <a:cs typeface="Times New Roman"/>
              </a:rPr>
              <a:t>to</a:t>
            </a:r>
            <a:r>
              <a:rPr sz="1400" dirty="0">
                <a:latin typeface="Times New Roman"/>
                <a:cs typeface="Times New Roman"/>
              </a:rPr>
              <a:t>r</a:t>
            </a:r>
            <a:r>
              <a:rPr sz="1400" spc="-265" dirty="0">
                <a:latin typeface="Times New Roman"/>
                <a:cs typeface="Times New Roman"/>
              </a:rPr>
              <a:t>y</a:t>
            </a:r>
            <a:r>
              <a:rPr sz="1400" spc="55" dirty="0">
                <a:latin typeface="Times New Roman"/>
                <a:cs typeface="Times New Roman"/>
              </a:rPr>
              <a:t>,</a:t>
            </a:r>
            <a:r>
              <a:rPr sz="1400" spc="-200" dirty="0">
                <a:latin typeface="Times New Roman"/>
                <a:cs typeface="Times New Roman"/>
              </a:rPr>
              <a:t> </a:t>
            </a:r>
            <a:r>
              <a:rPr sz="1400" spc="-185" dirty="0">
                <a:latin typeface="Times New Roman"/>
                <a:cs typeface="Times New Roman"/>
              </a:rPr>
              <a:t>A</a:t>
            </a:r>
            <a:r>
              <a:rPr sz="1400" spc="-90" dirty="0">
                <a:latin typeface="Times New Roman"/>
                <a:cs typeface="Times New Roman"/>
              </a:rPr>
              <a:t>m</a:t>
            </a:r>
            <a:r>
              <a:rPr sz="1400" spc="-114" dirty="0">
                <a:latin typeface="Times New Roman"/>
                <a:cs typeface="Times New Roman"/>
              </a:rPr>
              <a:t>az</a:t>
            </a:r>
            <a:r>
              <a:rPr sz="1400" spc="-60" dirty="0">
                <a:latin typeface="Times New Roman"/>
                <a:cs typeface="Times New Roman"/>
              </a:rPr>
              <a:t>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65" dirty="0">
                <a:latin typeface="Times New Roman"/>
                <a:cs typeface="Times New Roman"/>
              </a:rPr>
              <a:t>S3,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-135" dirty="0">
                <a:latin typeface="Times New Roman"/>
                <a:cs typeface="Times New Roman"/>
              </a:rPr>
              <a:t>SC</a:t>
            </a:r>
            <a:r>
              <a:rPr sz="1400" spc="-80" dirty="0">
                <a:latin typeface="Times New Roman"/>
                <a:cs typeface="Times New Roman"/>
              </a:rPr>
              <a:t>P</a:t>
            </a:r>
            <a:endParaRPr sz="1400">
              <a:latin typeface="Times New Roman"/>
              <a:cs typeface="Times New Roman"/>
            </a:endParaRPr>
          </a:p>
          <a:p>
            <a:pPr marL="558800" lvl="1" indent="-228600">
              <a:lnSpc>
                <a:spcPts val="2020"/>
              </a:lnSpc>
              <a:buClr>
                <a:srgbClr val="9B2D1F"/>
              </a:buClr>
              <a:buSzPct val="85294"/>
              <a:buFont typeface="Segoe UI Symbol"/>
              <a:buChar char="⚫"/>
              <a:tabLst>
                <a:tab pos="558800" algn="l"/>
              </a:tabLst>
            </a:pPr>
            <a:r>
              <a:rPr sz="1700" spc="-85" dirty="0">
                <a:latin typeface="Times New Roman"/>
                <a:cs typeface="Times New Roman"/>
              </a:rPr>
              <a:t>Triggers</a:t>
            </a:r>
            <a:endParaRPr sz="1700">
              <a:latin typeface="Times New Roman"/>
              <a:cs typeface="Times New Roman"/>
            </a:endParaRPr>
          </a:p>
          <a:p>
            <a:pPr marL="825500" lvl="2" indent="-228600">
              <a:lnSpc>
                <a:spcPts val="1660"/>
              </a:lnSpc>
              <a:spcBef>
                <a:spcPts val="20"/>
              </a:spcBef>
              <a:buClr>
                <a:srgbClr val="E6B1AB"/>
              </a:buClr>
              <a:buSzPct val="82142"/>
              <a:buFont typeface="Segoe UI Symbol"/>
              <a:buChar char="⚫"/>
              <a:tabLst>
                <a:tab pos="824865" algn="l"/>
                <a:tab pos="825500" algn="l"/>
              </a:tabLst>
            </a:pPr>
            <a:r>
              <a:rPr sz="1400" spc="-125" dirty="0">
                <a:latin typeface="Times New Roman"/>
                <a:cs typeface="Times New Roman"/>
              </a:rPr>
              <a:t>J</a:t>
            </a:r>
            <a:r>
              <a:rPr sz="1400" spc="-114" dirty="0">
                <a:latin typeface="Times New Roman"/>
                <a:cs typeface="Times New Roman"/>
              </a:rPr>
              <a:t>a</a:t>
            </a:r>
            <a:r>
              <a:rPr sz="1400" spc="-90" dirty="0">
                <a:latin typeface="Times New Roman"/>
                <a:cs typeface="Times New Roman"/>
              </a:rPr>
              <a:t>b</a:t>
            </a:r>
            <a:r>
              <a:rPr sz="1400" spc="-75" dirty="0">
                <a:latin typeface="Times New Roman"/>
                <a:cs typeface="Times New Roman"/>
              </a:rPr>
              <a:t>b</a:t>
            </a:r>
            <a:r>
              <a:rPr sz="1400" spc="-55" dirty="0">
                <a:latin typeface="Times New Roman"/>
                <a:cs typeface="Times New Roman"/>
              </a:rPr>
              <a:t>e</a:t>
            </a:r>
            <a:r>
              <a:rPr sz="1400" spc="-114" dirty="0">
                <a:latin typeface="Times New Roman"/>
                <a:cs typeface="Times New Roman"/>
              </a:rPr>
              <a:t>r</a:t>
            </a:r>
            <a:r>
              <a:rPr sz="1400" spc="55" dirty="0">
                <a:latin typeface="Times New Roman"/>
                <a:cs typeface="Times New Roman"/>
              </a:rPr>
              <a:t>,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Dir</a:t>
            </a:r>
            <a:r>
              <a:rPr sz="1400" spc="-55" dirty="0">
                <a:latin typeface="Times New Roman"/>
                <a:cs typeface="Times New Roman"/>
              </a:rPr>
              <a:t>e</a:t>
            </a:r>
            <a:r>
              <a:rPr sz="1400" spc="-85" dirty="0">
                <a:latin typeface="Times New Roman"/>
                <a:cs typeface="Times New Roman"/>
              </a:rPr>
              <a:t>c</a:t>
            </a:r>
            <a:r>
              <a:rPr sz="1400" spc="-10" dirty="0">
                <a:latin typeface="Times New Roman"/>
                <a:cs typeface="Times New Roman"/>
              </a:rPr>
              <a:t>to</a:t>
            </a:r>
            <a:r>
              <a:rPr sz="1400" dirty="0">
                <a:latin typeface="Times New Roman"/>
                <a:cs typeface="Times New Roman"/>
              </a:rPr>
              <a:t>r</a:t>
            </a:r>
            <a:r>
              <a:rPr sz="1400" spc="-120" dirty="0">
                <a:latin typeface="Times New Roman"/>
                <a:cs typeface="Times New Roman"/>
              </a:rPr>
              <a:t>y</a:t>
            </a:r>
            <a:r>
              <a:rPr sz="1400" spc="-210" dirty="0">
                <a:latin typeface="Times New Roman"/>
                <a:cs typeface="Times New Roman"/>
              </a:rPr>
              <a:t> </a:t>
            </a:r>
            <a:r>
              <a:rPr sz="1400" spc="-185" dirty="0">
                <a:latin typeface="Times New Roman"/>
                <a:cs typeface="Times New Roman"/>
              </a:rPr>
              <a:t>W</a:t>
            </a:r>
            <a:r>
              <a:rPr sz="1400" spc="-130" dirty="0">
                <a:latin typeface="Times New Roman"/>
                <a:cs typeface="Times New Roman"/>
              </a:rPr>
              <a:t>a</a:t>
            </a:r>
            <a:r>
              <a:rPr sz="1400" spc="-25" dirty="0">
                <a:latin typeface="Times New Roman"/>
                <a:cs typeface="Times New Roman"/>
              </a:rPr>
              <a:t>t</a:t>
            </a:r>
            <a:r>
              <a:rPr sz="1400" spc="-15" dirty="0">
                <a:latin typeface="Times New Roman"/>
                <a:cs typeface="Times New Roman"/>
              </a:rPr>
              <a:t>c</a:t>
            </a:r>
            <a:r>
              <a:rPr sz="1400" spc="-75" dirty="0">
                <a:latin typeface="Times New Roman"/>
                <a:cs typeface="Times New Roman"/>
              </a:rPr>
              <a:t>he</a:t>
            </a:r>
            <a:r>
              <a:rPr sz="1400" spc="40" dirty="0">
                <a:latin typeface="Times New Roman"/>
                <a:cs typeface="Times New Roman"/>
              </a:rPr>
              <a:t>r</a:t>
            </a:r>
            <a:r>
              <a:rPr sz="1400" spc="-110" dirty="0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  <a:p>
            <a:pPr marL="558800" lvl="1" indent="-228600">
              <a:lnSpc>
                <a:spcPts val="2020"/>
              </a:lnSpc>
              <a:buClr>
                <a:srgbClr val="9B2D1F"/>
              </a:buClr>
              <a:buSzPct val="85294"/>
              <a:buFont typeface="Segoe UI Symbol"/>
              <a:buChar char="⚫"/>
              <a:tabLst>
                <a:tab pos="558800" algn="l"/>
              </a:tabLst>
            </a:pPr>
            <a:r>
              <a:rPr sz="1700" spc="-175" dirty="0">
                <a:latin typeface="Times New Roman"/>
                <a:cs typeface="Times New Roman"/>
              </a:rPr>
              <a:t>E</a:t>
            </a:r>
            <a:r>
              <a:rPr sz="1700" spc="-40" dirty="0">
                <a:latin typeface="Times New Roman"/>
                <a:cs typeface="Times New Roman"/>
              </a:rPr>
              <a:t>xt</a:t>
            </a:r>
            <a:r>
              <a:rPr sz="1700" spc="-50" dirty="0">
                <a:latin typeface="Times New Roman"/>
                <a:cs typeface="Times New Roman"/>
              </a:rPr>
              <a:t>e</a:t>
            </a:r>
            <a:r>
              <a:rPr sz="1700" spc="65" dirty="0">
                <a:latin typeface="Times New Roman"/>
                <a:cs typeface="Times New Roman"/>
              </a:rPr>
              <a:t>r</a:t>
            </a:r>
            <a:r>
              <a:rPr sz="1700" spc="-105" dirty="0">
                <a:latin typeface="Times New Roman"/>
                <a:cs typeface="Times New Roman"/>
              </a:rPr>
              <a:t>na</a:t>
            </a:r>
            <a:r>
              <a:rPr sz="1700" spc="-65" dirty="0">
                <a:latin typeface="Times New Roman"/>
                <a:cs typeface="Times New Roman"/>
              </a:rPr>
              <a:t>l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125" dirty="0">
                <a:latin typeface="Times New Roman"/>
                <a:cs typeface="Times New Roman"/>
              </a:rPr>
              <a:t>I</a:t>
            </a:r>
            <a:r>
              <a:rPr sz="1700" spc="-40" dirty="0">
                <a:latin typeface="Times New Roman"/>
                <a:cs typeface="Times New Roman"/>
              </a:rPr>
              <a:t>nt</a:t>
            </a:r>
            <a:r>
              <a:rPr sz="1700" spc="-50" dirty="0">
                <a:latin typeface="Times New Roman"/>
                <a:cs typeface="Times New Roman"/>
              </a:rPr>
              <a:t>e</a:t>
            </a:r>
            <a:r>
              <a:rPr sz="1700" spc="-114" dirty="0">
                <a:latin typeface="Times New Roman"/>
                <a:cs typeface="Times New Roman"/>
              </a:rPr>
              <a:t>g</a:t>
            </a:r>
            <a:r>
              <a:rPr sz="1700" spc="10" dirty="0">
                <a:latin typeface="Times New Roman"/>
                <a:cs typeface="Times New Roman"/>
              </a:rPr>
              <a:t>r</a:t>
            </a:r>
            <a:r>
              <a:rPr sz="1700" spc="-155" dirty="0">
                <a:latin typeface="Times New Roman"/>
                <a:cs typeface="Times New Roman"/>
              </a:rPr>
              <a:t>a</a:t>
            </a:r>
            <a:r>
              <a:rPr sz="1700" spc="-55" dirty="0">
                <a:latin typeface="Times New Roman"/>
                <a:cs typeface="Times New Roman"/>
              </a:rPr>
              <a:t>tion</a:t>
            </a:r>
            <a:endParaRPr sz="1700">
              <a:latin typeface="Times New Roman"/>
              <a:cs typeface="Times New Roman"/>
            </a:endParaRPr>
          </a:p>
          <a:p>
            <a:pPr marL="825500" lvl="2" indent="-228600">
              <a:lnSpc>
                <a:spcPts val="1660"/>
              </a:lnSpc>
              <a:spcBef>
                <a:spcPts val="20"/>
              </a:spcBef>
              <a:buClr>
                <a:srgbClr val="E6B1AB"/>
              </a:buClr>
              <a:buSzPct val="82142"/>
              <a:buFont typeface="Segoe UI Symbol"/>
              <a:buChar char="⚫"/>
              <a:tabLst>
                <a:tab pos="824865" algn="l"/>
                <a:tab pos="825500" algn="l"/>
              </a:tabLst>
            </a:pPr>
            <a:r>
              <a:rPr sz="1400" spc="-95" dirty="0">
                <a:latin typeface="Times New Roman"/>
                <a:cs typeface="Times New Roman"/>
              </a:rPr>
              <a:t>G</a:t>
            </a:r>
            <a:r>
              <a:rPr sz="1400" spc="-55" dirty="0">
                <a:latin typeface="Times New Roman"/>
                <a:cs typeface="Times New Roman"/>
              </a:rPr>
              <a:t>itHu</a:t>
            </a:r>
            <a:r>
              <a:rPr sz="1400" spc="-145" dirty="0">
                <a:latin typeface="Times New Roman"/>
                <a:cs typeface="Times New Roman"/>
              </a:rPr>
              <a:t>b</a:t>
            </a:r>
            <a:r>
              <a:rPr sz="1400" spc="55" dirty="0">
                <a:latin typeface="Times New Roman"/>
                <a:cs typeface="Times New Roman"/>
              </a:rPr>
              <a:t>,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-225" dirty="0">
                <a:latin typeface="Times New Roman"/>
                <a:cs typeface="Times New Roman"/>
              </a:rPr>
              <a:t>B</a:t>
            </a:r>
            <a:r>
              <a:rPr sz="1400" spc="-95" dirty="0">
                <a:latin typeface="Times New Roman"/>
                <a:cs typeface="Times New Roman"/>
              </a:rPr>
              <a:t>ugz</a:t>
            </a:r>
            <a:r>
              <a:rPr sz="1400" spc="-65" dirty="0">
                <a:latin typeface="Times New Roman"/>
                <a:cs typeface="Times New Roman"/>
              </a:rPr>
              <a:t>il</a:t>
            </a:r>
            <a:r>
              <a:rPr sz="1400" spc="-55" dirty="0">
                <a:latin typeface="Times New Roman"/>
                <a:cs typeface="Times New Roman"/>
              </a:rPr>
              <a:t>l</a:t>
            </a:r>
            <a:r>
              <a:rPr sz="1400" spc="-120" dirty="0">
                <a:latin typeface="Times New Roman"/>
                <a:cs typeface="Times New Roman"/>
              </a:rPr>
              <a:t>a</a:t>
            </a:r>
            <a:r>
              <a:rPr sz="1400" spc="55" dirty="0">
                <a:latin typeface="Times New Roman"/>
                <a:cs typeface="Times New Roman"/>
              </a:rPr>
              <a:t>,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-100" dirty="0">
                <a:latin typeface="Times New Roman"/>
                <a:cs typeface="Times New Roman"/>
              </a:rPr>
              <a:t>J</a:t>
            </a:r>
            <a:r>
              <a:rPr sz="1400" spc="-105" dirty="0">
                <a:latin typeface="Times New Roman"/>
                <a:cs typeface="Times New Roman"/>
              </a:rPr>
              <a:t>I</a:t>
            </a:r>
            <a:r>
              <a:rPr sz="1400" spc="-110" dirty="0">
                <a:latin typeface="Times New Roman"/>
                <a:cs typeface="Times New Roman"/>
              </a:rPr>
              <a:t>R</a:t>
            </a:r>
            <a:r>
              <a:rPr sz="1400" spc="-180" dirty="0">
                <a:latin typeface="Times New Roman"/>
                <a:cs typeface="Times New Roman"/>
              </a:rPr>
              <a:t>A</a:t>
            </a:r>
            <a:endParaRPr sz="1400">
              <a:latin typeface="Times New Roman"/>
              <a:cs typeface="Times New Roman"/>
            </a:endParaRPr>
          </a:p>
          <a:p>
            <a:pPr marL="558800" lvl="1" indent="-228600">
              <a:lnSpc>
                <a:spcPts val="2020"/>
              </a:lnSpc>
              <a:buClr>
                <a:srgbClr val="9B2D1F"/>
              </a:buClr>
              <a:buSzPct val="85294"/>
              <a:buFont typeface="Segoe UI Symbol"/>
              <a:buChar char="⚫"/>
              <a:tabLst>
                <a:tab pos="558800" algn="l"/>
              </a:tabLst>
            </a:pPr>
            <a:r>
              <a:rPr sz="1700" spc="-225" dirty="0">
                <a:latin typeface="Times New Roman"/>
                <a:cs typeface="Times New Roman"/>
              </a:rPr>
              <a:t>A</a:t>
            </a:r>
            <a:r>
              <a:rPr sz="1700" spc="-75" dirty="0">
                <a:latin typeface="Times New Roman"/>
                <a:cs typeface="Times New Roman"/>
              </a:rPr>
              <a:t>nd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105" dirty="0">
                <a:latin typeface="Times New Roman"/>
                <a:cs typeface="Times New Roman"/>
              </a:rPr>
              <a:t>m</a:t>
            </a:r>
            <a:r>
              <a:rPr sz="1700" spc="-60" dirty="0">
                <a:latin typeface="Times New Roman"/>
                <a:cs typeface="Times New Roman"/>
              </a:rPr>
              <a:t>ost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95" dirty="0">
                <a:latin typeface="Times New Roman"/>
                <a:cs typeface="Times New Roman"/>
              </a:rPr>
              <a:t>im</a:t>
            </a:r>
            <a:r>
              <a:rPr sz="1700" spc="-50" dirty="0">
                <a:latin typeface="Times New Roman"/>
                <a:cs typeface="Times New Roman"/>
              </a:rPr>
              <a:t>po</a:t>
            </a:r>
            <a:r>
              <a:rPr sz="1700" spc="25" dirty="0">
                <a:latin typeface="Times New Roman"/>
                <a:cs typeface="Times New Roman"/>
              </a:rPr>
              <a:t>r</a:t>
            </a:r>
            <a:r>
              <a:rPr sz="1700" spc="-55" dirty="0">
                <a:latin typeface="Times New Roman"/>
                <a:cs typeface="Times New Roman"/>
              </a:rPr>
              <a:t>ta</a:t>
            </a:r>
            <a:r>
              <a:rPr sz="1700" spc="-45" dirty="0">
                <a:latin typeface="Times New Roman"/>
                <a:cs typeface="Times New Roman"/>
              </a:rPr>
              <a:t>nt</a:t>
            </a:r>
            <a:r>
              <a:rPr sz="1700" spc="-65" dirty="0">
                <a:latin typeface="Times New Roman"/>
                <a:cs typeface="Times New Roman"/>
              </a:rPr>
              <a:t>l</a:t>
            </a:r>
            <a:r>
              <a:rPr sz="1700" spc="-145" dirty="0">
                <a:latin typeface="Times New Roman"/>
                <a:cs typeface="Times New Roman"/>
              </a:rPr>
              <a:t>y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–</a:t>
            </a:r>
            <a:r>
              <a:rPr sz="1700" spc="-250" dirty="0">
                <a:latin typeface="Times New Roman"/>
                <a:cs typeface="Times New Roman"/>
              </a:rPr>
              <a:t> </a:t>
            </a:r>
            <a:r>
              <a:rPr sz="1700" spc="-85" dirty="0">
                <a:latin typeface="Times New Roman"/>
                <a:cs typeface="Times New Roman"/>
              </a:rPr>
              <a:t>The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95" dirty="0">
                <a:latin typeface="Times New Roman"/>
                <a:cs typeface="Times New Roman"/>
              </a:rPr>
              <a:t>C</a:t>
            </a:r>
            <a:r>
              <a:rPr sz="1700" spc="-125" dirty="0">
                <a:latin typeface="Times New Roman"/>
                <a:cs typeface="Times New Roman"/>
              </a:rPr>
              <a:t>I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114" dirty="0">
                <a:latin typeface="Times New Roman"/>
                <a:cs typeface="Times New Roman"/>
              </a:rPr>
              <a:t>G</a:t>
            </a:r>
            <a:r>
              <a:rPr sz="1700" spc="-140" dirty="0">
                <a:latin typeface="Times New Roman"/>
                <a:cs typeface="Times New Roman"/>
              </a:rPr>
              <a:t>a</a:t>
            </a:r>
            <a:r>
              <a:rPr sz="1700" spc="-105" dirty="0">
                <a:latin typeface="Times New Roman"/>
                <a:cs typeface="Times New Roman"/>
              </a:rPr>
              <a:t>m</a:t>
            </a:r>
            <a:r>
              <a:rPr sz="1700" spc="-65" dirty="0">
                <a:latin typeface="Times New Roman"/>
                <a:cs typeface="Times New Roman"/>
              </a:rPr>
              <a:t>e</a:t>
            </a:r>
            <a:endParaRPr sz="1700">
              <a:latin typeface="Times New Roman"/>
              <a:cs typeface="Times New Roman"/>
            </a:endParaRPr>
          </a:p>
          <a:p>
            <a:pPr marL="825500" marR="83820" lvl="2" indent="-228600">
              <a:lnSpc>
                <a:spcPct val="79200"/>
              </a:lnSpc>
              <a:spcBef>
                <a:spcPts val="370"/>
              </a:spcBef>
              <a:buClr>
                <a:srgbClr val="E6B1AB"/>
              </a:buClr>
              <a:buSzPct val="82142"/>
              <a:buFont typeface="Segoe UI Symbol"/>
              <a:buChar char="⚫"/>
              <a:tabLst>
                <a:tab pos="824865" algn="l"/>
                <a:tab pos="825500" algn="l"/>
              </a:tabLst>
            </a:pPr>
            <a:r>
              <a:rPr sz="1400" spc="-180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60" dirty="0">
                <a:latin typeface="Times New Roman"/>
                <a:cs typeface="Times New Roman"/>
              </a:rPr>
              <a:t>points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85" dirty="0">
                <a:latin typeface="Times New Roman"/>
                <a:cs typeface="Times New Roman"/>
              </a:rPr>
              <a:t>based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95" dirty="0">
                <a:latin typeface="Times New Roman"/>
                <a:cs typeface="Times New Roman"/>
              </a:rPr>
              <a:t>game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5" dirty="0">
                <a:latin typeface="Times New Roman"/>
                <a:cs typeface="Times New Roman"/>
              </a:rPr>
              <a:t>where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65" dirty="0">
                <a:latin typeface="Times New Roman"/>
                <a:cs typeface="Times New Roman"/>
              </a:rPr>
              <a:t>developers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5" dirty="0">
                <a:latin typeface="Times New Roman"/>
                <a:cs typeface="Times New Roman"/>
              </a:rPr>
              <a:t>compete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80" dirty="0">
                <a:latin typeface="Times New Roman"/>
                <a:cs typeface="Times New Roman"/>
              </a:rPr>
              <a:t>against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80" dirty="0">
                <a:latin typeface="Times New Roman"/>
                <a:cs typeface="Times New Roman"/>
              </a:rPr>
              <a:t>each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35" dirty="0">
                <a:latin typeface="Times New Roman"/>
                <a:cs typeface="Times New Roman"/>
              </a:rPr>
              <a:t>other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75" dirty="0">
                <a:latin typeface="Times New Roman"/>
                <a:cs typeface="Times New Roman"/>
              </a:rPr>
              <a:t>develop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45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60" dirty="0">
                <a:latin typeface="Times New Roman"/>
                <a:cs typeface="Times New Roman"/>
              </a:rPr>
              <a:t>most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5" dirty="0">
                <a:latin typeface="Times New Roman"/>
                <a:cs typeface="Times New Roman"/>
              </a:rPr>
              <a:t>stable,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65" dirty="0">
                <a:latin typeface="Times New Roman"/>
                <a:cs typeface="Times New Roman"/>
              </a:rPr>
              <a:t>well-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45" dirty="0">
                <a:latin typeface="Times New Roman"/>
                <a:cs typeface="Times New Roman"/>
              </a:rPr>
              <a:t>tested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65" dirty="0">
                <a:latin typeface="Times New Roman"/>
                <a:cs typeface="Times New Roman"/>
              </a:rPr>
              <a:t>code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/>
        </p:nvSpPr>
        <p:spPr>
          <a:xfrm>
            <a:off x="930088" y="1001582"/>
            <a:ext cx="8213912" cy="50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750" rIns="0" bIns="0" anchor="t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CI/CD Environment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3"/>
          <p:cNvSpPr/>
          <p:nvPr/>
        </p:nvSpPr>
        <p:spPr>
          <a:xfrm>
            <a:off x="941294" y="1926964"/>
            <a:ext cx="7059706" cy="3588684"/>
          </a:xfrm>
          <a:prstGeom prst="rect">
            <a:avLst/>
          </a:prstGeom>
          <a:blipFill rotWithShape="1">
            <a:blip r:embed="rId3" cstate="print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8"/>
              <a:buFont typeface="Arial"/>
              <a:buNone/>
            </a:pPr>
            <a:endParaRPr sz="15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/>
          <p:nvPr/>
        </p:nvSpPr>
        <p:spPr>
          <a:xfrm>
            <a:off x="1006572" y="855808"/>
            <a:ext cx="7756428" cy="5163992"/>
          </a:xfrm>
          <a:prstGeom prst="rect">
            <a:avLst/>
          </a:prstGeom>
          <a:blipFill rotWithShape="1">
            <a:blip r:embed="rId3" cstate="print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8"/>
              <a:buFont typeface="Arial"/>
              <a:buNone/>
            </a:pPr>
            <a:endParaRPr sz="15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>
            <a:spLocks noGrp="1"/>
          </p:cNvSpPr>
          <p:nvPr>
            <p:ph type="title"/>
          </p:nvPr>
        </p:nvSpPr>
        <p:spPr>
          <a:xfrm>
            <a:off x="1467914" y="386838"/>
            <a:ext cx="5402356" cy="41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Calibri"/>
              <a:buNone/>
            </a:pPr>
            <a:r>
              <a:rPr lang="en-US" sz="2647"/>
              <a:t>Jenkins’ Master and Slave Architecture</a:t>
            </a:r>
            <a:endParaRPr sz="2647"/>
          </a:p>
        </p:txBody>
      </p:sp>
      <p:grpSp>
        <p:nvGrpSpPr>
          <p:cNvPr id="2" name="Google Shape;211;p36"/>
          <p:cNvGrpSpPr/>
          <p:nvPr/>
        </p:nvGrpSpPr>
        <p:grpSpPr>
          <a:xfrm>
            <a:off x="936117" y="1223324"/>
            <a:ext cx="3204456" cy="2667313"/>
            <a:chOff x="908532" y="1386433"/>
            <a:chExt cx="3631717" cy="3022955"/>
          </a:xfrm>
        </p:grpSpPr>
        <p:sp>
          <p:nvSpPr>
            <p:cNvPr id="212" name="Google Shape;212;p36"/>
            <p:cNvSpPr/>
            <p:nvPr/>
          </p:nvSpPr>
          <p:spPr>
            <a:xfrm>
              <a:off x="908532" y="1386433"/>
              <a:ext cx="3631717" cy="3022955"/>
            </a:xfrm>
            <a:prstGeom prst="rect">
              <a:avLst/>
            </a:prstGeom>
            <a:blipFill rotWithShape="1">
              <a:blip r:embed="rId3" cstate="print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88"/>
                <a:buFont typeface="Arial"/>
                <a:buNone/>
              </a:pPr>
              <a:endParaRPr sz="15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6"/>
            <p:cNvSpPr/>
            <p:nvPr/>
          </p:nvSpPr>
          <p:spPr>
            <a:xfrm>
              <a:off x="3259670" y="1513433"/>
              <a:ext cx="412750" cy="444500"/>
            </a:xfrm>
            <a:custGeom>
              <a:avLst/>
              <a:gdLst/>
              <a:ahLst/>
              <a:cxnLst/>
              <a:rect l="l" t="t" r="r" b="b"/>
              <a:pathLst>
                <a:path w="412750" h="444500" extrusionOk="0">
                  <a:moveTo>
                    <a:pt x="412750" y="0"/>
                  </a:moveTo>
                  <a:lnTo>
                    <a:pt x="0" y="0"/>
                  </a:lnTo>
                  <a:lnTo>
                    <a:pt x="0" y="444500"/>
                  </a:lnTo>
                  <a:lnTo>
                    <a:pt x="412750" y="444500"/>
                  </a:lnTo>
                  <a:lnTo>
                    <a:pt x="412750" y="0"/>
                  </a:lnTo>
                  <a:close/>
                </a:path>
              </a:pathLst>
            </a:custGeom>
            <a:solidFill>
              <a:srgbClr val="E2E9F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88"/>
                <a:buFont typeface="Arial"/>
                <a:buNone/>
              </a:pPr>
              <a:endParaRPr sz="15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6"/>
            <p:cNvSpPr/>
            <p:nvPr/>
          </p:nvSpPr>
          <p:spPr>
            <a:xfrm>
              <a:off x="3259670" y="1513433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0" y="0"/>
                  </a:moveTo>
                  <a:lnTo>
                    <a:pt x="31752" y="0"/>
                  </a:lnTo>
                  <a:lnTo>
                    <a:pt x="31752" y="31752"/>
                  </a:lnTo>
                  <a:lnTo>
                    <a:pt x="0" y="3175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2E9F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88"/>
                <a:buFont typeface="Arial"/>
                <a:buNone/>
              </a:pPr>
              <a:endParaRPr sz="15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6"/>
            <p:cNvSpPr/>
            <p:nvPr/>
          </p:nvSpPr>
          <p:spPr>
            <a:xfrm>
              <a:off x="1439341" y="3598354"/>
              <a:ext cx="275590" cy="243840"/>
            </a:xfrm>
            <a:custGeom>
              <a:avLst/>
              <a:gdLst/>
              <a:ahLst/>
              <a:cxnLst/>
              <a:rect l="l" t="t" r="r" b="b"/>
              <a:pathLst>
                <a:path w="275589" h="243839" extrusionOk="0">
                  <a:moveTo>
                    <a:pt x="275170" y="0"/>
                  </a:moveTo>
                  <a:lnTo>
                    <a:pt x="0" y="0"/>
                  </a:lnTo>
                  <a:lnTo>
                    <a:pt x="0" y="243420"/>
                  </a:lnTo>
                  <a:lnTo>
                    <a:pt x="275170" y="243420"/>
                  </a:lnTo>
                  <a:lnTo>
                    <a:pt x="275170" y="0"/>
                  </a:lnTo>
                  <a:close/>
                </a:path>
              </a:pathLst>
            </a:custGeom>
            <a:solidFill>
              <a:srgbClr val="F6EA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88"/>
                <a:buFont typeface="Arial"/>
                <a:buNone/>
              </a:pPr>
              <a:endParaRPr sz="15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6"/>
            <p:cNvSpPr/>
            <p:nvPr/>
          </p:nvSpPr>
          <p:spPr>
            <a:xfrm>
              <a:off x="1439341" y="3598354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0" y="0"/>
                  </a:moveTo>
                  <a:lnTo>
                    <a:pt x="31752" y="0"/>
                  </a:lnTo>
                  <a:lnTo>
                    <a:pt x="31752" y="31752"/>
                  </a:lnTo>
                  <a:lnTo>
                    <a:pt x="0" y="3175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6EA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88"/>
                <a:buFont typeface="Arial"/>
                <a:buNone/>
              </a:pPr>
              <a:endParaRPr sz="15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36"/>
            <p:cNvSpPr/>
            <p:nvPr/>
          </p:nvSpPr>
          <p:spPr>
            <a:xfrm>
              <a:off x="2480741" y="3598354"/>
              <a:ext cx="275590" cy="243840"/>
            </a:xfrm>
            <a:custGeom>
              <a:avLst/>
              <a:gdLst/>
              <a:ahLst/>
              <a:cxnLst/>
              <a:rect l="l" t="t" r="r" b="b"/>
              <a:pathLst>
                <a:path w="275589" h="243839" extrusionOk="0">
                  <a:moveTo>
                    <a:pt x="275170" y="0"/>
                  </a:moveTo>
                  <a:lnTo>
                    <a:pt x="0" y="0"/>
                  </a:lnTo>
                  <a:lnTo>
                    <a:pt x="0" y="243420"/>
                  </a:lnTo>
                  <a:lnTo>
                    <a:pt x="275170" y="243420"/>
                  </a:lnTo>
                  <a:lnTo>
                    <a:pt x="275170" y="0"/>
                  </a:lnTo>
                  <a:close/>
                </a:path>
              </a:pathLst>
            </a:custGeom>
            <a:solidFill>
              <a:srgbClr val="F6EA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88"/>
                <a:buFont typeface="Arial"/>
                <a:buNone/>
              </a:pPr>
              <a:endParaRPr sz="15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36"/>
            <p:cNvSpPr/>
            <p:nvPr/>
          </p:nvSpPr>
          <p:spPr>
            <a:xfrm>
              <a:off x="2480741" y="3598354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0" y="0"/>
                  </a:moveTo>
                  <a:lnTo>
                    <a:pt x="31752" y="0"/>
                  </a:lnTo>
                  <a:lnTo>
                    <a:pt x="31752" y="31752"/>
                  </a:lnTo>
                  <a:lnTo>
                    <a:pt x="0" y="3175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6EA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88"/>
                <a:buFont typeface="Arial"/>
                <a:buNone/>
              </a:pPr>
              <a:endParaRPr sz="15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36"/>
            <p:cNvSpPr/>
            <p:nvPr/>
          </p:nvSpPr>
          <p:spPr>
            <a:xfrm>
              <a:off x="4233341" y="3587762"/>
              <a:ext cx="275590" cy="243840"/>
            </a:xfrm>
            <a:custGeom>
              <a:avLst/>
              <a:gdLst/>
              <a:ahLst/>
              <a:cxnLst/>
              <a:rect l="l" t="t" r="r" b="b"/>
              <a:pathLst>
                <a:path w="275589" h="243839" extrusionOk="0">
                  <a:moveTo>
                    <a:pt x="275170" y="0"/>
                  </a:moveTo>
                  <a:lnTo>
                    <a:pt x="0" y="0"/>
                  </a:lnTo>
                  <a:lnTo>
                    <a:pt x="0" y="243420"/>
                  </a:lnTo>
                  <a:lnTo>
                    <a:pt x="275170" y="243420"/>
                  </a:lnTo>
                  <a:lnTo>
                    <a:pt x="275170" y="0"/>
                  </a:lnTo>
                  <a:close/>
                </a:path>
              </a:pathLst>
            </a:custGeom>
            <a:solidFill>
              <a:srgbClr val="F6EA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88"/>
                <a:buFont typeface="Arial"/>
                <a:buNone/>
              </a:pPr>
              <a:endParaRPr sz="15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36"/>
            <p:cNvSpPr/>
            <p:nvPr/>
          </p:nvSpPr>
          <p:spPr>
            <a:xfrm>
              <a:off x="4233341" y="358777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0" y="0"/>
                  </a:moveTo>
                  <a:lnTo>
                    <a:pt x="31752" y="0"/>
                  </a:lnTo>
                  <a:lnTo>
                    <a:pt x="31752" y="31752"/>
                  </a:lnTo>
                  <a:lnTo>
                    <a:pt x="0" y="3175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6EA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88"/>
                <a:buFont typeface="Arial"/>
                <a:buNone/>
              </a:pPr>
              <a:endParaRPr sz="15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36"/>
          <p:cNvSpPr txBox="1"/>
          <p:nvPr/>
        </p:nvSpPr>
        <p:spPr>
          <a:xfrm>
            <a:off x="4478688" y="1241264"/>
            <a:ext cx="4284312" cy="4197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t" anchorCtr="0">
            <a:spAutoFit/>
          </a:bodyPr>
          <a:lstStyle/>
          <a:p>
            <a:pPr marL="11206" marR="0" lvl="0" indent="0" algn="l" rtl="0">
              <a:lnSpc>
                <a:spcPct val="78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206" marR="0" lvl="0" indent="0" algn="l" rtl="0">
              <a:lnSpc>
                <a:spcPct val="78875"/>
              </a:lnSpc>
              <a:spcBef>
                <a:spcPts val="88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3352" marR="0" lvl="0" indent="-252146" algn="l" rtl="0">
              <a:lnSpc>
                <a:spcPct val="78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Schedule build jobs.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3352" marR="4483" lvl="0" indent="-252146" algn="l" rtl="0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Dispatch builds to the slaves for the  actual job execution.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3352" marR="137840" lvl="0" indent="-252705" algn="l" rtl="0">
              <a:lnSpc>
                <a:spcPct val="100000"/>
              </a:lnSpc>
              <a:spcBef>
                <a:spcPts val="1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 the slaves and record the  build results.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3352" marR="0" lvl="0" indent="-252705" algn="l" rtl="0">
              <a:lnSpc>
                <a:spcPct val="78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also execute build jobs directly.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206" marR="0" lvl="0" indent="0" algn="l" rtl="0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Slave: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3352" marR="252146" lvl="0" indent="-252146" algn="l" rtl="0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Execute build jobs dispatched by  the master.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898"/>
            <a:ext cx="23787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480820"/>
            <a:ext cx="7543165" cy="37363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279400" marR="357505" indent="-266700" algn="just">
              <a:lnSpc>
                <a:spcPts val="3100"/>
              </a:lnSpc>
              <a:spcBef>
                <a:spcPts val="219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0" dirty="0">
                <a:latin typeface="Times New Roman"/>
                <a:cs typeface="Times New Roman"/>
              </a:rPr>
              <a:t>C</a:t>
            </a:r>
            <a:r>
              <a:rPr sz="2600" spc="-105" dirty="0">
                <a:latin typeface="Times New Roman"/>
                <a:cs typeface="Times New Roman"/>
              </a:rPr>
              <a:t>ontinuous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int</a:t>
            </a:r>
            <a:r>
              <a:rPr sz="2600" spc="-95" dirty="0">
                <a:latin typeface="Times New Roman"/>
                <a:cs typeface="Times New Roman"/>
              </a:rPr>
              <a:t>e</a:t>
            </a:r>
            <a:r>
              <a:rPr sz="2600" spc="-170" dirty="0">
                <a:latin typeface="Times New Roman"/>
                <a:cs typeface="Times New Roman"/>
              </a:rPr>
              <a:t>g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n</a:t>
            </a:r>
            <a:r>
              <a:rPr sz="2600" spc="-105" dirty="0">
                <a:latin typeface="Times New Roman"/>
                <a:cs typeface="Times New Roman"/>
              </a:rPr>
              <a:t>e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45" dirty="0">
                <a:latin typeface="Times New Roman"/>
                <a:cs typeface="Times New Roman"/>
              </a:rPr>
              <a:t>ssity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35" dirty="0">
                <a:latin typeface="Times New Roman"/>
                <a:cs typeface="Times New Roman"/>
              </a:rPr>
              <a:t>om</a:t>
            </a:r>
            <a:r>
              <a:rPr sz="2600" spc="-105" dirty="0">
                <a:latin typeface="Times New Roman"/>
                <a:cs typeface="Times New Roman"/>
              </a:rPr>
              <a:t>pl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10" dirty="0">
                <a:latin typeface="Times New Roman"/>
                <a:cs typeface="Times New Roman"/>
              </a:rPr>
              <a:t>x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oj</a:t>
            </a:r>
            <a:r>
              <a:rPr sz="2600" spc="-130" dirty="0">
                <a:latin typeface="Times New Roman"/>
                <a:cs typeface="Times New Roman"/>
              </a:rPr>
              <a:t>e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75" dirty="0">
                <a:latin typeface="Times New Roman"/>
                <a:cs typeface="Times New Roman"/>
              </a:rPr>
              <a:t>ts  </a:t>
            </a:r>
            <a:r>
              <a:rPr sz="2600" spc="-110" dirty="0">
                <a:latin typeface="Times New Roman"/>
                <a:cs typeface="Times New Roman"/>
              </a:rPr>
              <a:t>due </a:t>
            </a:r>
            <a:r>
              <a:rPr sz="2600" spc="-40" dirty="0">
                <a:latin typeface="Times New Roman"/>
                <a:cs typeface="Times New Roman"/>
              </a:rPr>
              <a:t>to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20" dirty="0">
                <a:latin typeface="Times New Roman"/>
                <a:cs typeface="Times New Roman"/>
              </a:rPr>
              <a:t>benefits </a:t>
            </a:r>
            <a:r>
              <a:rPr sz="2600" spc="-50" dirty="0">
                <a:latin typeface="Times New Roman"/>
                <a:cs typeface="Times New Roman"/>
              </a:rPr>
              <a:t>it </a:t>
            </a:r>
            <a:r>
              <a:rPr sz="2600" spc="-135" dirty="0">
                <a:latin typeface="Times New Roman"/>
                <a:cs typeface="Times New Roman"/>
              </a:rPr>
              <a:t>provides </a:t>
            </a:r>
            <a:r>
              <a:rPr sz="2600" spc="-120" dirty="0">
                <a:latin typeface="Times New Roman"/>
                <a:cs typeface="Times New Roman"/>
              </a:rPr>
              <a:t>regarding </a:t>
            </a:r>
            <a:r>
              <a:rPr sz="2600" spc="-135" dirty="0">
                <a:latin typeface="Times New Roman"/>
                <a:cs typeface="Times New Roman"/>
              </a:rPr>
              <a:t>early </a:t>
            </a:r>
            <a:r>
              <a:rPr sz="2600" spc="-85" dirty="0">
                <a:latin typeface="Times New Roman"/>
                <a:cs typeface="Times New Roman"/>
              </a:rPr>
              <a:t>detection </a:t>
            </a:r>
            <a:r>
              <a:rPr sz="2600" spc="-150" dirty="0">
                <a:latin typeface="Times New Roman"/>
                <a:cs typeface="Times New Roman"/>
              </a:rPr>
              <a:t>of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problems</a:t>
            </a:r>
            <a:endParaRPr sz="2600">
              <a:latin typeface="Times New Roman"/>
              <a:cs typeface="Times New Roman"/>
            </a:endParaRPr>
          </a:p>
          <a:p>
            <a:pPr marL="279400" marR="5080" indent="-266700">
              <a:lnSpc>
                <a:spcPct val="99700"/>
              </a:lnSpc>
              <a:spcBef>
                <a:spcPts val="47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35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good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continuous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build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system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should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flexible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enough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to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fit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into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pre-existing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development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environments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provide 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all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features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team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expects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from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such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system</a:t>
            </a:r>
            <a:endParaRPr sz="2600">
              <a:latin typeface="Times New Roman"/>
              <a:cs typeface="Times New Roman"/>
            </a:endParaRPr>
          </a:p>
          <a:p>
            <a:pPr marL="279400" marR="35560" indent="-266700" algn="just">
              <a:lnSpc>
                <a:spcPct val="101299"/>
              </a:lnSpc>
              <a:spcBef>
                <a:spcPts val="515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29" dirty="0">
                <a:latin typeface="Times New Roman"/>
                <a:cs typeface="Times New Roman"/>
              </a:rPr>
              <a:t>J</a:t>
            </a:r>
            <a:r>
              <a:rPr sz="2600" spc="-100" dirty="0">
                <a:latin typeface="Times New Roman"/>
                <a:cs typeface="Times New Roman"/>
              </a:rPr>
              <a:t>enkins,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05" dirty="0">
                <a:latin typeface="Times New Roman"/>
                <a:cs typeface="Times New Roman"/>
              </a:rPr>
              <a:t>ontinuous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b</a:t>
            </a:r>
            <a:r>
              <a:rPr sz="2600" spc="-114" dirty="0">
                <a:latin typeface="Times New Roman"/>
                <a:cs typeface="Times New Roman"/>
              </a:rPr>
              <a:t>uil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syst</a:t>
            </a:r>
            <a:r>
              <a:rPr sz="2600" spc="-155" dirty="0">
                <a:latin typeface="Times New Roman"/>
                <a:cs typeface="Times New Roman"/>
              </a:rPr>
              <a:t>e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105" dirty="0">
                <a:latin typeface="Times New Roman"/>
                <a:cs typeface="Times New Roman"/>
              </a:rPr>
              <a:t>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b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int</a:t>
            </a:r>
            <a:r>
              <a:rPr sz="2600" spc="-95" dirty="0">
                <a:latin typeface="Times New Roman"/>
                <a:cs typeface="Times New Roman"/>
              </a:rPr>
              <a:t>e</a:t>
            </a:r>
            <a:r>
              <a:rPr sz="2600" spc="-170" dirty="0">
                <a:latin typeface="Times New Roman"/>
                <a:cs typeface="Times New Roman"/>
              </a:rPr>
              <a:t>g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pa</a:t>
            </a:r>
            <a:r>
              <a:rPr sz="2600" spc="114" dirty="0">
                <a:latin typeface="Times New Roman"/>
                <a:cs typeface="Times New Roman"/>
              </a:rPr>
              <a:t>r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of 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65" dirty="0">
                <a:latin typeface="Times New Roman"/>
                <a:cs typeface="Times New Roman"/>
              </a:rPr>
              <a:t>n</a:t>
            </a:r>
            <a:r>
              <a:rPr sz="2600" spc="-220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05" dirty="0">
                <a:latin typeface="Times New Roman"/>
                <a:cs typeface="Times New Roman"/>
              </a:rPr>
              <a:t>ontinuous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int</a:t>
            </a:r>
            <a:r>
              <a:rPr sz="2600" spc="-95" dirty="0">
                <a:latin typeface="Times New Roman"/>
                <a:cs typeface="Times New Roman"/>
              </a:rPr>
              <a:t>e</a:t>
            </a:r>
            <a:r>
              <a:rPr sz="2600" spc="-170" dirty="0">
                <a:latin typeface="Times New Roman"/>
                <a:cs typeface="Times New Roman"/>
              </a:rPr>
              <a:t>g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syst</a:t>
            </a:r>
            <a:r>
              <a:rPr sz="2600" spc="-155" dirty="0">
                <a:latin typeface="Times New Roman"/>
                <a:cs typeface="Times New Roman"/>
              </a:rPr>
              <a:t>em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due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it</a:t>
            </a:r>
            <a:r>
              <a:rPr sz="2600" spc="-345" dirty="0">
                <a:latin typeface="Times New Roman"/>
                <a:cs typeface="Times New Roman"/>
              </a:rPr>
              <a:t>’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50" dirty="0">
                <a:latin typeface="Times New Roman"/>
                <a:cs typeface="Times New Roman"/>
              </a:rPr>
              <a:t>o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f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20" dirty="0">
                <a:latin typeface="Times New Roman"/>
                <a:cs typeface="Times New Roman"/>
              </a:rPr>
              <a:t>tu</a:t>
            </a:r>
            <a:r>
              <a:rPr sz="2600" spc="-40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</a:t>
            </a:r>
            <a:r>
              <a:rPr sz="2600" spc="-165" dirty="0">
                <a:latin typeface="Times New Roman"/>
                <a:cs typeface="Times New Roman"/>
              </a:rPr>
              <a:t>e</a:t>
            </a:r>
            <a:r>
              <a:rPr sz="2600" spc="30" dirty="0">
                <a:latin typeface="Times New Roman"/>
                <a:cs typeface="Times New Roman"/>
              </a:rPr>
              <a:t>t 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xt</a:t>
            </a:r>
            <a:r>
              <a:rPr sz="2600" spc="-70" dirty="0">
                <a:latin typeface="Times New Roman"/>
                <a:cs typeface="Times New Roman"/>
              </a:rPr>
              <a:t>e</a:t>
            </a:r>
            <a:r>
              <a:rPr sz="2600" spc="-135" dirty="0">
                <a:latin typeface="Times New Roman"/>
                <a:cs typeface="Times New Roman"/>
              </a:rPr>
              <a:t>nsi</a:t>
            </a:r>
            <a:r>
              <a:rPr sz="2600" spc="-180" dirty="0">
                <a:latin typeface="Times New Roman"/>
                <a:cs typeface="Times New Roman"/>
              </a:rPr>
              <a:t>b</a:t>
            </a:r>
            <a:r>
              <a:rPr sz="2600" spc="-114" dirty="0">
                <a:latin typeface="Times New Roman"/>
                <a:cs typeface="Times New Roman"/>
              </a:rPr>
              <a:t>il</a:t>
            </a:r>
            <a:r>
              <a:rPr sz="2600" spc="-105" dirty="0">
                <a:latin typeface="Times New Roman"/>
                <a:cs typeface="Times New Roman"/>
              </a:rPr>
              <a:t>ity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th</a:t>
            </a:r>
            <a:r>
              <a:rPr sz="2600" spc="-55" dirty="0">
                <a:latin typeface="Times New Roman"/>
                <a:cs typeface="Times New Roman"/>
              </a:rPr>
              <a:t>r</a:t>
            </a:r>
            <a:r>
              <a:rPr sz="2600" spc="-150" dirty="0">
                <a:latin typeface="Times New Roman"/>
                <a:cs typeface="Times New Roman"/>
              </a:rPr>
              <a:t>ough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pl</a:t>
            </a:r>
            <a:r>
              <a:rPr sz="2600" spc="-165" dirty="0">
                <a:latin typeface="Times New Roman"/>
                <a:cs typeface="Times New Roman"/>
              </a:rPr>
              <a:t>u</a:t>
            </a:r>
            <a:r>
              <a:rPr sz="2600" spc="-114" dirty="0">
                <a:latin typeface="Times New Roman"/>
                <a:cs typeface="Times New Roman"/>
              </a:rPr>
              <a:t>g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syst</a:t>
            </a:r>
            <a:r>
              <a:rPr sz="2600" spc="-155" dirty="0">
                <a:latin typeface="Times New Roman"/>
                <a:cs typeface="Times New Roman"/>
              </a:rPr>
              <a:t>em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99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1378</Words>
  <Application>Microsoft Office PowerPoint</Application>
  <PresentationFormat>On-screen Show (4:3)</PresentationFormat>
  <Paragraphs>209</Paragraphs>
  <Slides>34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Jenkins Continuous Build System</vt:lpstr>
      <vt:lpstr>summary</vt:lpstr>
      <vt:lpstr>CI - Defined</vt:lpstr>
      <vt:lpstr>CI – What does it really mean?</vt:lpstr>
      <vt:lpstr>CI - Workflow</vt:lpstr>
      <vt:lpstr>CI – Benefits</vt:lpstr>
      <vt:lpstr>CI – The tools</vt:lpstr>
      <vt:lpstr>Jenkins</vt:lpstr>
      <vt:lpstr>Jenkins - History</vt:lpstr>
      <vt:lpstr>Jenkins – Fitting in</vt:lpstr>
      <vt:lpstr>Why Jenkins? Flexibility!</vt:lpstr>
      <vt:lpstr>Why Jenkins? Free/OSS</vt:lpstr>
      <vt:lpstr>What can Jenkins do?</vt:lpstr>
      <vt:lpstr>Slide 14</vt:lpstr>
      <vt:lpstr>Slide 15</vt:lpstr>
      <vt:lpstr>Layout</vt:lpstr>
      <vt:lpstr>Slide 17</vt:lpstr>
      <vt:lpstr>JenkinsFile</vt:lpstr>
      <vt:lpstr>Slide 19</vt:lpstr>
      <vt:lpstr>Slide 20</vt:lpstr>
      <vt:lpstr>Slide 21</vt:lpstr>
      <vt:lpstr>Slide 22</vt:lpstr>
      <vt:lpstr>How Jenkins works - Setup</vt:lpstr>
      <vt:lpstr>How Jenkins works - Building</vt:lpstr>
      <vt:lpstr>How Jenkins works - Reporting</vt:lpstr>
      <vt:lpstr>Jenkins by example – Main Page</vt:lpstr>
      <vt:lpstr>Jenkins by example – Project Status</vt:lpstr>
      <vt:lpstr>Jenkins by example – Project Status</vt:lpstr>
      <vt:lpstr>Jenkins by example – New Project</vt:lpstr>
      <vt:lpstr>Enhancing Jenkins</vt:lpstr>
      <vt:lpstr>Slide 31</vt:lpstr>
      <vt:lpstr>Slide 32</vt:lpstr>
      <vt:lpstr>Jenkins’ Master and Slave Architecture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Jenkins Continuous Build System</dc:title>
  <dc:creator>sarutigupta</dc:creator>
  <cp:lastModifiedBy>CDAC</cp:lastModifiedBy>
  <cp:revision>4</cp:revision>
  <dcterms:created xsi:type="dcterms:W3CDTF">2023-01-23T10:04:39Z</dcterms:created>
  <dcterms:modified xsi:type="dcterms:W3CDTF">2023-04-20T18:37:41Z</dcterms:modified>
</cp:coreProperties>
</file>