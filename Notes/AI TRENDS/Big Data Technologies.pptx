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notesSlides/notesSlide29.xml" ContentType="application/vnd.openxmlformats-officedocument.presentationml.notesSlide+xml"/>
  <Override PartName="/ppt/notesSlides/notesSlide38.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76" r:id="rId14"/>
    <p:sldId id="277" r:id="rId15"/>
    <p:sldId id="278" r:id="rId16"/>
    <p:sldId id="279" r:id="rId17"/>
    <p:sldId id="280" r:id="rId18"/>
    <p:sldId id="281" r:id="rId19"/>
    <p:sldId id="282" r:id="rId20"/>
    <p:sldId id="283" r:id="rId21"/>
    <p:sldId id="284" r:id="rId22"/>
    <p:sldId id="285" r:id="rId23"/>
    <p:sldId id="286" r:id="rId24"/>
    <p:sldId id="287" r:id="rId25"/>
    <p:sldId id="288" r:id="rId26"/>
    <p:sldId id="289" r:id="rId27"/>
    <p:sldId id="290" r:id="rId28"/>
    <p:sldId id="291" r:id="rId29"/>
    <p:sldId id="292" r:id="rId30"/>
    <p:sldId id="293" r:id="rId31"/>
    <p:sldId id="294" r:id="rId32"/>
    <p:sldId id="303" r:id="rId33"/>
    <p:sldId id="304" r:id="rId34"/>
    <p:sldId id="306" r:id="rId35"/>
    <p:sldId id="308" r:id="rId36"/>
    <p:sldId id="310" r:id="rId37"/>
    <p:sldId id="311" r:id="rId38"/>
    <p:sldId id="324" r:id="rId39"/>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5" roundtripDataSignature="AMtx7mgYRxVq8ygRk8m8CmoRwZo9Z4Gn4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napToGrid="0">
      <p:cViewPr varScale="1">
        <p:scale>
          <a:sx n="68" d="100"/>
          <a:sy n="68" d="100"/>
        </p:scale>
        <p:origin x="-576" y="-96"/>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6"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75"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7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2" name="Google Shape;12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1" name="Google Shape;17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 name="Google Shape;178;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4" name="Google Shape;184;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0" name="Google Shape;230;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6" name="Google Shape;236;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2" name="Google Shape;242;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7" name="Google Shape;247;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2" name="Google Shape;252;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8" name="Google Shape;258;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4" name="Google Shape;264;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5" name="Google Shape;275;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7" name="Google Shape;287;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3" name="Google Shape;293;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8" name="Google Shape;298;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4" name="Google Shape;304;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0" name="Google Shape;320;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6" name="Google Shape;326;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2" name="Google Shape;332;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8" name="Google Shape;338;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4" name="Google Shape;344;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2" name="Google Shape;392;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9" name="Google Shape;399;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1" name="Google Shape;411;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2" name="Google Shape;422;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3" name="Google Shape;433;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9" name="Google Shape;439;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p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6" name="Google Shape;516;p6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7"/>
        <p:cNvGrpSpPr/>
        <p:nvPr/>
      </p:nvGrpSpPr>
      <p:grpSpPr>
        <a:xfrm>
          <a:off x="0" y="0"/>
          <a:ext cx="0" cy="0"/>
          <a:chOff x="0" y="0"/>
          <a:chExt cx="0" cy="0"/>
        </a:xfrm>
      </p:grpSpPr>
      <p:sp>
        <p:nvSpPr>
          <p:cNvPr id="18" name="Google Shape;18;p71"/>
          <p:cNvSpPr/>
          <p:nvPr/>
        </p:nvSpPr>
        <p:spPr>
          <a:xfrm>
            <a:off x="-2" y="4664147"/>
            <a:ext cx="9151089" cy="0"/>
          </a:xfrm>
          <a:prstGeom prst="rtTriangle">
            <a:avLst/>
          </a:prstGeom>
          <a:gradFill>
            <a:gsLst>
              <a:gs pos="0">
                <a:srgbClr val="007795"/>
              </a:gs>
              <a:gs pos="55000">
                <a:srgbClr val="47BBE0"/>
              </a:gs>
              <a:gs pos="100000">
                <a:srgbClr val="007795"/>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19" name="Google Shape;19;p71"/>
          <p:cNvSpPr txBox="1">
            <a:spLocks noGrp="1"/>
          </p:cNvSpPr>
          <p:nvPr>
            <p:ph type="ctrTitle"/>
          </p:nvPr>
        </p:nvSpPr>
        <p:spPr>
          <a:xfrm>
            <a:off x="685800" y="1752601"/>
            <a:ext cx="7772400" cy="1829761"/>
          </a:xfrm>
          <a:prstGeom prst="rect">
            <a:avLst/>
          </a:prstGeom>
          <a:noFill/>
          <a:ln>
            <a:noFill/>
          </a:ln>
        </p:spPr>
        <p:txBody>
          <a:bodyPr spcFirstLastPara="1" wrap="square" lIns="91425" tIns="45700" rIns="91425" bIns="45700" anchor="b" anchorCtr="0">
            <a:normAutofit/>
          </a:bodyPr>
          <a:lstStyle>
            <a:lvl1pPr lvl="0" algn="r">
              <a:spcBef>
                <a:spcPts val="0"/>
              </a:spcBef>
              <a:spcAft>
                <a:spcPts val="0"/>
              </a:spcAft>
              <a:buClr>
                <a:schemeClr val="dk2"/>
              </a:buClr>
              <a:buSzPts val="4800"/>
              <a:buFont typeface="Lucida Sans"/>
              <a:buNone/>
              <a:defRPr sz="4800" b="1">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71"/>
          <p:cNvSpPr txBox="1">
            <a:spLocks noGrp="1"/>
          </p:cNvSpPr>
          <p:nvPr>
            <p:ph type="subTitle" idx="1"/>
          </p:nvPr>
        </p:nvSpPr>
        <p:spPr>
          <a:xfrm>
            <a:off x="685800" y="3611607"/>
            <a:ext cx="7772400" cy="1199704"/>
          </a:xfrm>
          <a:prstGeom prst="rect">
            <a:avLst/>
          </a:prstGeom>
          <a:noFill/>
          <a:ln>
            <a:noFill/>
          </a:ln>
        </p:spPr>
        <p:txBody>
          <a:bodyPr spcFirstLastPara="1" wrap="square" lIns="45700" tIns="45700" rIns="45700" bIns="45700" anchor="t" anchorCtr="0">
            <a:normAutofit/>
          </a:bodyPr>
          <a:lstStyle>
            <a:lvl1pPr marR="64008" lvl="0" algn="r">
              <a:spcBef>
                <a:spcPts val="400"/>
              </a:spcBef>
              <a:spcAft>
                <a:spcPts val="0"/>
              </a:spcAft>
              <a:buSzPts val="1836"/>
              <a:buNone/>
              <a:defRPr>
                <a:solidFill>
                  <a:schemeClr val="dk2"/>
                </a:solidFill>
              </a:defRPr>
            </a:lvl1pPr>
            <a:lvl2pPr lvl="1" algn="ctr">
              <a:spcBef>
                <a:spcPts val="324"/>
              </a:spcBef>
              <a:spcAft>
                <a:spcPts val="0"/>
              </a:spcAft>
              <a:buSzPts val="1800"/>
              <a:buNone/>
              <a:defRPr/>
            </a:lvl2pPr>
            <a:lvl3pPr lvl="2" algn="ctr">
              <a:spcBef>
                <a:spcPts val="350"/>
              </a:spcBef>
              <a:spcAft>
                <a:spcPts val="0"/>
              </a:spcAft>
              <a:buSzPts val="1800"/>
              <a:buNone/>
              <a:defRPr/>
            </a:lvl3pPr>
            <a:lvl4pPr lvl="3" algn="ctr">
              <a:spcBef>
                <a:spcPts val="350"/>
              </a:spcBef>
              <a:spcAft>
                <a:spcPts val="0"/>
              </a:spcAft>
              <a:buSzPts val="1800"/>
              <a:buNone/>
              <a:defRPr/>
            </a:lvl4pPr>
            <a:lvl5pPr lvl="4" algn="ctr">
              <a:spcBef>
                <a:spcPts val="350"/>
              </a:spcBef>
              <a:spcAft>
                <a:spcPts val="0"/>
              </a:spcAft>
              <a:buSzPts val="1800"/>
              <a:buNone/>
              <a:defRPr/>
            </a:lvl5pPr>
            <a:lvl6pPr lvl="5" algn="ctr">
              <a:spcBef>
                <a:spcPts val="350"/>
              </a:spcBef>
              <a:spcAft>
                <a:spcPts val="0"/>
              </a:spcAft>
              <a:buSzPts val="1800"/>
              <a:buNone/>
              <a:defRPr/>
            </a:lvl6pPr>
            <a:lvl7pPr lvl="6" algn="ctr">
              <a:spcBef>
                <a:spcPts val="350"/>
              </a:spcBef>
              <a:spcAft>
                <a:spcPts val="0"/>
              </a:spcAft>
              <a:buSzPts val="1800"/>
              <a:buNone/>
              <a:defRPr/>
            </a:lvl7pPr>
            <a:lvl8pPr lvl="7" algn="ctr">
              <a:spcBef>
                <a:spcPts val="350"/>
              </a:spcBef>
              <a:spcAft>
                <a:spcPts val="0"/>
              </a:spcAft>
              <a:buSzPts val="1800"/>
              <a:buNone/>
              <a:defRPr/>
            </a:lvl8pPr>
            <a:lvl9pPr lvl="8" algn="ctr">
              <a:spcBef>
                <a:spcPts val="350"/>
              </a:spcBef>
              <a:spcAft>
                <a:spcPts val="0"/>
              </a:spcAft>
              <a:buSzPts val="1800"/>
              <a:buNone/>
              <a:defRPr/>
            </a:lvl9pPr>
          </a:lstStyle>
          <a:p>
            <a:endParaRPr/>
          </a:p>
        </p:txBody>
      </p:sp>
      <p:grpSp>
        <p:nvGrpSpPr>
          <p:cNvPr id="21" name="Google Shape;21;p71"/>
          <p:cNvGrpSpPr/>
          <p:nvPr/>
        </p:nvGrpSpPr>
        <p:grpSpPr>
          <a:xfrm>
            <a:off x="-3765" y="4953000"/>
            <a:ext cx="9147765" cy="1912088"/>
            <a:chOff x="-3765" y="4832896"/>
            <a:chExt cx="9147765" cy="2032192"/>
          </a:xfrm>
        </p:grpSpPr>
        <p:sp>
          <p:nvSpPr>
            <p:cNvPr id="22" name="Google Shape;22;p71"/>
            <p:cNvSpPr/>
            <p:nvPr/>
          </p:nvSpPr>
          <p:spPr>
            <a:xfrm>
              <a:off x="1687513" y="4832896"/>
              <a:ext cx="7456487" cy="518816"/>
            </a:xfrm>
            <a:custGeom>
              <a:avLst/>
              <a:gdLst/>
              <a:ahLst/>
              <a:cxnLst/>
              <a:rect l="l" t="t" r="r" b="b"/>
              <a:pathLst>
                <a:path w="4697" h="367" extrusionOk="0">
                  <a:moveTo>
                    <a:pt x="4697" y="0"/>
                  </a:moveTo>
                  <a:lnTo>
                    <a:pt x="4697" y="367"/>
                  </a:lnTo>
                  <a:lnTo>
                    <a:pt x="0" y="218"/>
                  </a:lnTo>
                  <a:lnTo>
                    <a:pt x="4697" y="0"/>
                  </a:lnTo>
                  <a:close/>
                </a:path>
              </a:pathLst>
            </a:custGeom>
            <a:solidFill>
              <a:srgbClr val="9CCADC">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23" name="Google Shape;23;p71"/>
            <p:cNvSpPr/>
            <p:nvPr/>
          </p:nvSpPr>
          <p:spPr>
            <a:xfrm>
              <a:off x="35443" y="5135526"/>
              <a:ext cx="9108557" cy="838200"/>
            </a:xfrm>
            <a:custGeom>
              <a:avLst/>
              <a:gdLst/>
              <a:ahLst/>
              <a:cxnLst/>
              <a:rect l="l" t="t" r="r" b="b"/>
              <a:pathLst>
                <a:path w="5760" h="528" extrusionOk="0">
                  <a:moveTo>
                    <a:pt x="0" y="0"/>
                  </a:moveTo>
                  <a:lnTo>
                    <a:pt x="5760" y="0"/>
                  </a:lnTo>
                  <a:lnTo>
                    <a:pt x="5760" y="528"/>
                  </a:lnTo>
                  <a:lnTo>
                    <a:pt x="48" y="0"/>
                  </a:lnTo>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24" name="Google Shape;24;p71"/>
            <p:cNvSpPr/>
            <p:nvPr/>
          </p:nvSpPr>
          <p:spPr>
            <a:xfrm>
              <a:off x="0" y="4883888"/>
              <a:ext cx="9144000" cy="1981200"/>
            </a:xfrm>
            <a:custGeom>
              <a:avLst/>
              <a:gdLst/>
              <a:ahLst/>
              <a:cxnLst/>
              <a:rect l="l" t="t" r="r" b="b"/>
              <a:pathLst>
                <a:path w="5760" h="1248" extrusionOk="0">
                  <a:moveTo>
                    <a:pt x="0" y="0"/>
                  </a:moveTo>
                  <a:lnTo>
                    <a:pt x="0" y="1248"/>
                  </a:lnTo>
                  <a:lnTo>
                    <a:pt x="5760" y="1248"/>
                  </a:lnTo>
                  <a:lnTo>
                    <a:pt x="5760" y="528"/>
                  </a:lnTo>
                  <a:lnTo>
                    <a:pt x="0" y="0"/>
                  </a:lnTo>
                  <a:close/>
                </a:path>
              </a:pathLst>
            </a:custGeom>
            <a:blipFill rotWithShape="1">
              <a:blip r:embed="rId2">
                <a:alphaModFix amt="50000"/>
              </a:blip>
              <a:tile tx="0" ty="0" sx="50000" sy="50000" flip="none" algn="t"/>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cxnSp>
          <p:nvCxnSpPr>
            <p:cNvPr id="25" name="Google Shape;25;p71"/>
            <p:cNvCxnSpPr/>
            <p:nvPr/>
          </p:nvCxnSpPr>
          <p:spPr>
            <a:xfrm>
              <a:off x="-3765" y="4880373"/>
              <a:ext cx="9147765" cy="839943"/>
            </a:xfrm>
            <a:prstGeom prst="straightConnector1">
              <a:avLst/>
            </a:prstGeom>
            <a:noFill/>
            <a:ln w="12050" cap="flat" cmpd="sng">
              <a:solidFill>
                <a:srgbClr val="93C5D8"/>
              </a:solidFill>
              <a:prstDash val="solid"/>
              <a:miter lim="800000"/>
              <a:headEnd type="none" w="sm" len="sm"/>
              <a:tailEnd type="none" w="sm" len="sm"/>
            </a:ln>
          </p:spPr>
        </p:cxnSp>
      </p:grpSp>
      <p:sp>
        <p:nvSpPr>
          <p:cNvPr id="26" name="Google Shape;26;p71"/>
          <p:cNvSpPr txBox="1">
            <a:spLocks noGrp="1"/>
          </p:cNvSpPr>
          <p:nvPr>
            <p:ph type="dt" idx="10"/>
          </p:nvPr>
        </p:nvSpPr>
        <p:spPr>
          <a:xfrm>
            <a:off x="6727032" y="6407944"/>
            <a:ext cx="192024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71"/>
          <p:cNvSpPr txBox="1">
            <a:spLocks noGrp="1"/>
          </p:cNvSpPr>
          <p:nvPr>
            <p:ph type="ftr" idx="11"/>
          </p:nvPr>
        </p:nvSpPr>
        <p:spPr>
          <a:xfrm>
            <a:off x="4380072" y="6407944"/>
            <a:ext cx="235068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solidFill>
                  <a:srgbClr val="E7F0F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71"/>
          <p:cNvSpPr txBox="1">
            <a:spLocks noGrp="1"/>
          </p:cNvSpPr>
          <p:nvPr>
            <p:ph type="sldNum" idx="12"/>
          </p:nvPr>
        </p:nvSpPr>
        <p:spPr>
          <a:xfrm>
            <a:off x="8647272" y="6407944"/>
            <a:ext cx="36576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sz="1000" b="0">
                <a:solidFill>
                  <a:srgbClr val="FFFFFF"/>
                </a:solidFill>
                <a:latin typeface="Lucida Sans"/>
                <a:ea typeface="Lucida Sans"/>
                <a:cs typeface="Lucida Sans"/>
                <a:sym typeface="Lucida Sans"/>
              </a:defRPr>
            </a:lvl1pPr>
            <a:lvl2pPr marL="0" lvl="1" indent="0" algn="r">
              <a:spcBef>
                <a:spcPts val="0"/>
              </a:spcBef>
              <a:buNone/>
              <a:defRPr sz="1000" b="0">
                <a:solidFill>
                  <a:srgbClr val="FFFFFF"/>
                </a:solidFill>
                <a:latin typeface="Lucida Sans"/>
                <a:ea typeface="Lucida Sans"/>
                <a:cs typeface="Lucida Sans"/>
                <a:sym typeface="Lucida Sans"/>
              </a:defRPr>
            </a:lvl2pPr>
            <a:lvl3pPr marL="0" lvl="2" indent="0" algn="r">
              <a:spcBef>
                <a:spcPts val="0"/>
              </a:spcBef>
              <a:buNone/>
              <a:defRPr sz="1000" b="0">
                <a:solidFill>
                  <a:srgbClr val="FFFFFF"/>
                </a:solidFill>
                <a:latin typeface="Lucida Sans"/>
                <a:ea typeface="Lucida Sans"/>
                <a:cs typeface="Lucida Sans"/>
                <a:sym typeface="Lucida Sans"/>
              </a:defRPr>
            </a:lvl3pPr>
            <a:lvl4pPr marL="0" lvl="3" indent="0" algn="r">
              <a:spcBef>
                <a:spcPts val="0"/>
              </a:spcBef>
              <a:buNone/>
              <a:defRPr sz="1000" b="0">
                <a:solidFill>
                  <a:srgbClr val="FFFFFF"/>
                </a:solidFill>
                <a:latin typeface="Lucida Sans"/>
                <a:ea typeface="Lucida Sans"/>
                <a:cs typeface="Lucida Sans"/>
                <a:sym typeface="Lucida Sans"/>
              </a:defRPr>
            </a:lvl4pPr>
            <a:lvl5pPr marL="0" lvl="4" indent="0" algn="r">
              <a:spcBef>
                <a:spcPts val="0"/>
              </a:spcBef>
              <a:buNone/>
              <a:defRPr sz="1000" b="0">
                <a:solidFill>
                  <a:srgbClr val="FFFFFF"/>
                </a:solidFill>
                <a:latin typeface="Lucida Sans"/>
                <a:ea typeface="Lucida Sans"/>
                <a:cs typeface="Lucida Sans"/>
                <a:sym typeface="Lucida Sans"/>
              </a:defRPr>
            </a:lvl5pPr>
            <a:lvl6pPr marL="0" lvl="5" indent="0" algn="r">
              <a:spcBef>
                <a:spcPts val="0"/>
              </a:spcBef>
              <a:buNone/>
              <a:defRPr sz="1000" b="0">
                <a:solidFill>
                  <a:srgbClr val="FFFFFF"/>
                </a:solidFill>
                <a:latin typeface="Lucida Sans"/>
                <a:ea typeface="Lucida Sans"/>
                <a:cs typeface="Lucida Sans"/>
                <a:sym typeface="Lucida Sans"/>
              </a:defRPr>
            </a:lvl6pPr>
            <a:lvl7pPr marL="0" lvl="6" indent="0" algn="r">
              <a:spcBef>
                <a:spcPts val="0"/>
              </a:spcBef>
              <a:buNone/>
              <a:defRPr sz="1000" b="0">
                <a:solidFill>
                  <a:srgbClr val="FFFFFF"/>
                </a:solidFill>
                <a:latin typeface="Lucida Sans"/>
                <a:ea typeface="Lucida Sans"/>
                <a:cs typeface="Lucida Sans"/>
                <a:sym typeface="Lucida Sans"/>
              </a:defRPr>
            </a:lvl7pPr>
            <a:lvl8pPr marL="0" lvl="7" indent="0" algn="r">
              <a:spcBef>
                <a:spcPts val="0"/>
              </a:spcBef>
              <a:buNone/>
              <a:defRPr sz="1000" b="0">
                <a:solidFill>
                  <a:srgbClr val="FFFFFF"/>
                </a:solidFill>
                <a:latin typeface="Lucida Sans"/>
                <a:ea typeface="Lucida Sans"/>
                <a:cs typeface="Lucida Sans"/>
                <a:sym typeface="Lucida Sans"/>
              </a:defRPr>
            </a:lvl8pPr>
            <a:lvl9pPr marL="0" lvl="8" indent="0" algn="r">
              <a:spcBef>
                <a:spcPts val="0"/>
              </a:spcBef>
              <a:buNone/>
              <a:defRPr sz="1000" b="0">
                <a:solidFill>
                  <a:srgbClr val="FFFFFF"/>
                </a:solidFill>
                <a:latin typeface="Lucida Sans"/>
                <a:ea typeface="Lucida Sans"/>
                <a:cs typeface="Lucida Sans"/>
                <a:sym typeface="Lucida Sans"/>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
        <p:cNvGrpSpPr/>
        <p:nvPr/>
      </p:nvGrpSpPr>
      <p:grpSpPr>
        <a:xfrm>
          <a:off x="0" y="0"/>
          <a:ext cx="0" cy="0"/>
          <a:chOff x="0" y="0"/>
          <a:chExt cx="0" cy="0"/>
        </a:xfrm>
      </p:grpSpPr>
      <p:sp>
        <p:nvSpPr>
          <p:cNvPr id="30" name="Google Shape;30;p72"/>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rmAutofit/>
          </a:bodyPr>
          <a:lstStyle>
            <a:lvl1pPr marL="457200" lvl="0" indent="-306324" algn="l">
              <a:spcBef>
                <a:spcPts val="400"/>
              </a:spcBef>
              <a:spcAft>
                <a:spcPts val="0"/>
              </a:spcAft>
              <a:buSzPts val="1224"/>
              <a:buChar char="🞂"/>
              <a:defRPr/>
            </a:lvl1pPr>
            <a:lvl2pPr marL="914400" lvl="1" indent="-342900" algn="l">
              <a:spcBef>
                <a:spcPts val="324"/>
              </a:spcBef>
              <a:spcAft>
                <a:spcPts val="0"/>
              </a:spcAft>
              <a:buSzPts val="1800"/>
              <a:buChar char="◦"/>
              <a:defRPr/>
            </a:lvl2pPr>
            <a:lvl3pPr marL="1371600" lvl="2" indent="-342900" algn="l">
              <a:spcBef>
                <a:spcPts val="350"/>
              </a:spcBef>
              <a:spcAft>
                <a:spcPts val="0"/>
              </a:spcAft>
              <a:buSzPts val="1800"/>
              <a:buChar char="●"/>
              <a:defRPr/>
            </a:lvl3pPr>
            <a:lvl4pPr marL="1828800" lvl="3" indent="-342900" algn="l">
              <a:spcBef>
                <a:spcPts val="350"/>
              </a:spcBef>
              <a:spcAft>
                <a:spcPts val="0"/>
              </a:spcAft>
              <a:buSzPts val="1800"/>
              <a:buChar char="●"/>
              <a:defRPr/>
            </a:lvl4pPr>
            <a:lvl5pPr marL="2286000" lvl="4" indent="-342900" algn="l">
              <a:spcBef>
                <a:spcPts val="350"/>
              </a:spcBef>
              <a:spcAft>
                <a:spcPts val="0"/>
              </a:spcAft>
              <a:buSzPts val="1800"/>
              <a:buChar char="●"/>
              <a:defRPr/>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31" name="Google Shape;31;p72"/>
          <p:cNvSpPr txBox="1">
            <a:spLocks noGrp="1"/>
          </p:cNvSpPr>
          <p:nvPr>
            <p:ph type="dt" idx="10"/>
          </p:nvPr>
        </p:nvSpPr>
        <p:spPr>
          <a:xfrm>
            <a:off x="6727032" y="6407944"/>
            <a:ext cx="192024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72"/>
          <p:cNvSpPr txBox="1">
            <a:spLocks noGrp="1"/>
          </p:cNvSpPr>
          <p:nvPr>
            <p:ph type="ftr" idx="11"/>
          </p:nvPr>
        </p:nvSpPr>
        <p:spPr>
          <a:xfrm>
            <a:off x="4380072" y="6407944"/>
            <a:ext cx="235068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72"/>
          <p:cNvSpPr txBox="1">
            <a:spLocks noGrp="1"/>
          </p:cNvSpPr>
          <p:nvPr>
            <p:ph type="sldNum" idx="12"/>
          </p:nvPr>
        </p:nvSpPr>
        <p:spPr>
          <a:xfrm>
            <a:off x="8647272" y="6407944"/>
            <a:ext cx="36576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34" name="Google Shape;34;p7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3200"/>
              <a:buFont typeface="Arial"/>
              <a:buNone/>
              <a:defRPr sz="3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gradFill>
          <a:gsLst>
            <a:gs pos="0">
              <a:srgbClr val="B1B1B1"/>
            </a:gs>
            <a:gs pos="40000">
              <a:srgbClr val="9E9E9E"/>
            </a:gs>
            <a:gs pos="100000">
              <a:schemeClr val="dk1"/>
            </a:gs>
          </a:gsLst>
          <a:path path="circle">
            <a:fillToRect l="100000" b="100000"/>
          </a:path>
          <a:tileRect t="-100000" r="-100000"/>
        </a:gradFill>
        <a:effectLst/>
      </p:bgPr>
    </p:bg>
    <p:spTree>
      <p:nvGrpSpPr>
        <p:cNvPr id="1" name="Shape 35"/>
        <p:cNvGrpSpPr/>
        <p:nvPr/>
      </p:nvGrpSpPr>
      <p:grpSpPr>
        <a:xfrm>
          <a:off x="0" y="0"/>
          <a:ext cx="0" cy="0"/>
          <a:chOff x="0" y="0"/>
          <a:chExt cx="0" cy="0"/>
        </a:xfrm>
      </p:grpSpPr>
      <p:sp>
        <p:nvSpPr>
          <p:cNvPr id="36" name="Google Shape;36;p73"/>
          <p:cNvSpPr txBox="1">
            <a:spLocks noGrp="1"/>
          </p:cNvSpPr>
          <p:nvPr>
            <p:ph type="title"/>
          </p:nvPr>
        </p:nvSpPr>
        <p:spPr>
          <a:xfrm>
            <a:off x="722376" y="1059712"/>
            <a:ext cx="7772400" cy="1828800"/>
          </a:xfrm>
          <a:prstGeom prst="rect">
            <a:avLst/>
          </a:prstGeom>
          <a:noFill/>
          <a:ln>
            <a:noFill/>
          </a:ln>
        </p:spPr>
        <p:txBody>
          <a:bodyPr spcFirstLastPara="1" wrap="square" lIns="91425" tIns="45700" rIns="91425" bIns="45700" anchor="b" anchorCtr="0">
            <a:normAutofit/>
          </a:bodyPr>
          <a:lstStyle>
            <a:lvl1pPr lvl="0" algn="r">
              <a:spcBef>
                <a:spcPts val="0"/>
              </a:spcBef>
              <a:spcAft>
                <a:spcPts val="0"/>
              </a:spcAft>
              <a:buClr>
                <a:schemeClr val="lt2"/>
              </a:buClr>
              <a:buSzPts val="4800"/>
              <a:buFont typeface="Lucida Sans"/>
              <a:buNone/>
              <a:defRPr sz="48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73"/>
          <p:cNvSpPr txBox="1">
            <a:spLocks noGrp="1"/>
          </p:cNvSpPr>
          <p:nvPr>
            <p:ph type="body" idx="1"/>
          </p:nvPr>
        </p:nvSpPr>
        <p:spPr>
          <a:xfrm>
            <a:off x="3922713" y="2931712"/>
            <a:ext cx="4572000" cy="1454888"/>
          </a:xfrm>
          <a:prstGeom prst="rect">
            <a:avLst/>
          </a:prstGeom>
          <a:noFill/>
          <a:ln>
            <a:noFill/>
          </a:ln>
        </p:spPr>
        <p:txBody>
          <a:bodyPr spcFirstLastPara="1" wrap="square" lIns="91425" tIns="45700" rIns="91425" bIns="45700" anchor="t" anchorCtr="0">
            <a:normAutofit/>
          </a:bodyPr>
          <a:lstStyle>
            <a:lvl1pPr marL="457200" lvl="0" indent="-228600" algn="l">
              <a:spcBef>
                <a:spcPts val="400"/>
              </a:spcBef>
              <a:spcAft>
                <a:spcPts val="0"/>
              </a:spcAft>
              <a:buSzPts val="1564"/>
              <a:buNone/>
              <a:defRPr sz="2300">
                <a:solidFill>
                  <a:schemeClr val="lt1"/>
                </a:solidFill>
              </a:defRPr>
            </a:lvl1pPr>
            <a:lvl2pPr marL="914400" lvl="1" indent="-228600" algn="l">
              <a:spcBef>
                <a:spcPts val="324"/>
              </a:spcBef>
              <a:spcAft>
                <a:spcPts val="0"/>
              </a:spcAft>
              <a:buSzPts val="1800"/>
              <a:buNone/>
              <a:defRPr sz="1800">
                <a:solidFill>
                  <a:schemeClr val="lt1"/>
                </a:solidFill>
              </a:defRPr>
            </a:lvl2pPr>
            <a:lvl3pPr marL="1371600" lvl="2" indent="-228600" algn="l">
              <a:spcBef>
                <a:spcPts val="350"/>
              </a:spcBef>
              <a:spcAft>
                <a:spcPts val="0"/>
              </a:spcAft>
              <a:buSzPts val="1600"/>
              <a:buNone/>
              <a:defRPr sz="1600">
                <a:solidFill>
                  <a:schemeClr val="lt1"/>
                </a:solidFill>
              </a:defRPr>
            </a:lvl3pPr>
            <a:lvl4pPr marL="1828800" lvl="3" indent="-228600" algn="l">
              <a:spcBef>
                <a:spcPts val="350"/>
              </a:spcBef>
              <a:spcAft>
                <a:spcPts val="0"/>
              </a:spcAft>
              <a:buSzPts val="1400"/>
              <a:buNone/>
              <a:defRPr sz="1400">
                <a:solidFill>
                  <a:schemeClr val="lt1"/>
                </a:solidFill>
              </a:defRPr>
            </a:lvl4pPr>
            <a:lvl5pPr marL="2286000" lvl="4" indent="-228600" algn="l">
              <a:spcBef>
                <a:spcPts val="350"/>
              </a:spcBef>
              <a:spcAft>
                <a:spcPts val="0"/>
              </a:spcAft>
              <a:buSzPts val="1400"/>
              <a:buNone/>
              <a:defRPr sz="1400">
                <a:solidFill>
                  <a:schemeClr val="lt1"/>
                </a:solidFill>
              </a:defRPr>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38" name="Google Shape;38;p73"/>
          <p:cNvSpPr txBox="1">
            <a:spLocks noGrp="1"/>
          </p:cNvSpPr>
          <p:nvPr>
            <p:ph type="dt" idx="10"/>
          </p:nvPr>
        </p:nvSpPr>
        <p:spPr>
          <a:xfrm>
            <a:off x="6727032" y="6407944"/>
            <a:ext cx="192024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73"/>
          <p:cNvSpPr txBox="1">
            <a:spLocks noGrp="1"/>
          </p:cNvSpPr>
          <p:nvPr>
            <p:ph type="ftr" idx="11"/>
          </p:nvPr>
        </p:nvSpPr>
        <p:spPr>
          <a:xfrm>
            <a:off x="4380072" y="6407944"/>
            <a:ext cx="235068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73"/>
          <p:cNvSpPr txBox="1">
            <a:spLocks noGrp="1"/>
          </p:cNvSpPr>
          <p:nvPr>
            <p:ph type="sldNum" idx="12"/>
          </p:nvPr>
        </p:nvSpPr>
        <p:spPr>
          <a:xfrm>
            <a:off x="8647272" y="6407944"/>
            <a:ext cx="36576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41" name="Google Shape;41;p73"/>
          <p:cNvSpPr/>
          <p:nvPr/>
        </p:nvSpPr>
        <p:spPr>
          <a:xfrm>
            <a:off x="3636680" y="3005472"/>
            <a:ext cx="182880" cy="228600"/>
          </a:xfrm>
          <a:prstGeom prst="chevron">
            <a:avLst>
              <a:gd name="adj" fmla="val 50000"/>
            </a:avLst>
          </a:prstGeom>
          <a:gradFill>
            <a:gsLst>
              <a:gs pos="0">
                <a:srgbClr val="1488A5"/>
              </a:gs>
              <a:gs pos="72000">
                <a:srgbClr val="4DB7DA"/>
              </a:gs>
              <a:gs pos="100000">
                <a:srgbClr val="7CC2DD"/>
              </a:gs>
            </a:gsLst>
            <a:lin ang="16200000" scaled="0"/>
          </a:gradFill>
          <a:ln w="9525" cap="rnd" cmpd="sng">
            <a:solidFill>
              <a:srgbClr val="20768B"/>
            </a:solidFill>
            <a:prstDash val="solid"/>
            <a:round/>
            <a:headEnd type="none" w="sm" len="sm"/>
            <a:tailEnd type="none" w="sm" len="sm"/>
          </a:ln>
          <a:effectLst>
            <a:outerShdw blurRad="50800" dist="25400" dir="5400000">
              <a:srgbClr val="000000">
                <a:alpha val="45882"/>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42" name="Google Shape;42;p73"/>
          <p:cNvSpPr/>
          <p:nvPr/>
        </p:nvSpPr>
        <p:spPr>
          <a:xfrm>
            <a:off x="3450264" y="3005472"/>
            <a:ext cx="182880" cy="228600"/>
          </a:xfrm>
          <a:prstGeom prst="chevron">
            <a:avLst>
              <a:gd name="adj" fmla="val 50000"/>
            </a:avLst>
          </a:prstGeom>
          <a:gradFill>
            <a:gsLst>
              <a:gs pos="0">
                <a:srgbClr val="1488A5"/>
              </a:gs>
              <a:gs pos="72000">
                <a:srgbClr val="4DB7DA"/>
              </a:gs>
              <a:gs pos="100000">
                <a:srgbClr val="7CC2DD"/>
              </a:gs>
            </a:gsLst>
            <a:lin ang="16200000" scaled="0"/>
          </a:gradFill>
          <a:ln w="9525" cap="rnd" cmpd="sng">
            <a:solidFill>
              <a:srgbClr val="20768B"/>
            </a:solidFill>
            <a:prstDash val="solid"/>
            <a:round/>
            <a:headEnd type="none" w="sm" len="sm"/>
            <a:tailEnd type="none" w="sm" len="sm"/>
          </a:ln>
          <a:effectLst>
            <a:outerShdw blurRad="50800" dist="25400" dir="5400000">
              <a:srgbClr val="000000">
                <a:alpha val="45882"/>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bg>
      <p:bgPr>
        <a:gradFill>
          <a:gsLst>
            <a:gs pos="0">
              <a:srgbClr val="B1B1B1"/>
            </a:gs>
            <a:gs pos="40000">
              <a:srgbClr val="9E9E9E"/>
            </a:gs>
            <a:gs pos="100000">
              <a:schemeClr val="dk1"/>
            </a:gs>
          </a:gsLst>
          <a:path path="circle">
            <a:fillToRect l="100000" b="100000"/>
          </a:path>
          <a:tileRect t="-100000" r="-100000"/>
        </a:gradFill>
        <a:effectLst/>
      </p:bgPr>
    </p:bg>
    <p:spTree>
      <p:nvGrpSpPr>
        <p:cNvPr id="1" name="Shape 43"/>
        <p:cNvGrpSpPr/>
        <p:nvPr/>
      </p:nvGrpSpPr>
      <p:grpSpPr>
        <a:xfrm>
          <a:off x="0" y="0"/>
          <a:ext cx="0" cy="0"/>
          <a:chOff x="0" y="0"/>
          <a:chExt cx="0" cy="0"/>
        </a:xfrm>
      </p:grpSpPr>
      <p:sp>
        <p:nvSpPr>
          <p:cNvPr id="44" name="Google Shape;44;p74"/>
          <p:cNvSpPr txBox="1">
            <a:spLocks noGrp="1"/>
          </p:cNvSpPr>
          <p:nvPr>
            <p:ph type="body" idx="1"/>
          </p:nvPr>
        </p:nvSpPr>
        <p:spPr>
          <a:xfrm>
            <a:off x="457200" y="1481328"/>
            <a:ext cx="4038600" cy="4525963"/>
          </a:xfrm>
          <a:prstGeom prst="rect">
            <a:avLst/>
          </a:prstGeom>
          <a:noFill/>
          <a:ln>
            <a:noFill/>
          </a:ln>
        </p:spPr>
        <p:txBody>
          <a:bodyPr spcFirstLastPara="1" wrap="square" lIns="91425" tIns="45700" rIns="91425" bIns="45700" anchor="t" anchorCtr="0">
            <a:normAutofit/>
          </a:bodyPr>
          <a:lstStyle>
            <a:lvl1pPr marL="457200" lvl="0" indent="-349504" algn="l">
              <a:spcBef>
                <a:spcPts val="400"/>
              </a:spcBef>
              <a:spcAft>
                <a:spcPts val="0"/>
              </a:spcAft>
              <a:buSzPts val="1904"/>
              <a:buChar char="🞂"/>
              <a:defRPr sz="2800"/>
            </a:lvl1pPr>
            <a:lvl2pPr marL="914400" lvl="1" indent="-381000" algn="l">
              <a:spcBef>
                <a:spcPts val="324"/>
              </a:spcBef>
              <a:spcAft>
                <a:spcPts val="0"/>
              </a:spcAft>
              <a:buSzPts val="2400"/>
              <a:buChar char="◦"/>
              <a:defRPr sz="2400"/>
            </a:lvl2pPr>
            <a:lvl3pPr marL="1371600" lvl="2" indent="-355600" algn="l">
              <a:spcBef>
                <a:spcPts val="350"/>
              </a:spcBef>
              <a:spcAft>
                <a:spcPts val="0"/>
              </a:spcAft>
              <a:buSzPts val="2000"/>
              <a:buChar char="●"/>
              <a:defRPr sz="2000"/>
            </a:lvl3pPr>
            <a:lvl4pPr marL="1828800" lvl="3" indent="-342900" algn="l">
              <a:spcBef>
                <a:spcPts val="350"/>
              </a:spcBef>
              <a:spcAft>
                <a:spcPts val="0"/>
              </a:spcAft>
              <a:buSzPts val="1800"/>
              <a:buChar char="●"/>
              <a:defRPr sz="1800"/>
            </a:lvl4pPr>
            <a:lvl5pPr marL="2286000" lvl="4" indent="-342900" algn="l">
              <a:spcBef>
                <a:spcPts val="350"/>
              </a:spcBef>
              <a:spcAft>
                <a:spcPts val="0"/>
              </a:spcAft>
              <a:buSzPts val="1800"/>
              <a:buChar char="●"/>
              <a:defRPr sz="1800"/>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45" name="Google Shape;45;p74"/>
          <p:cNvSpPr txBox="1">
            <a:spLocks noGrp="1"/>
          </p:cNvSpPr>
          <p:nvPr>
            <p:ph type="body" idx="2"/>
          </p:nvPr>
        </p:nvSpPr>
        <p:spPr>
          <a:xfrm>
            <a:off x="4648200" y="1481328"/>
            <a:ext cx="4038600" cy="4525963"/>
          </a:xfrm>
          <a:prstGeom prst="rect">
            <a:avLst/>
          </a:prstGeom>
          <a:noFill/>
          <a:ln>
            <a:noFill/>
          </a:ln>
        </p:spPr>
        <p:txBody>
          <a:bodyPr spcFirstLastPara="1" wrap="square" lIns="91425" tIns="45700" rIns="91425" bIns="45700" anchor="t" anchorCtr="0">
            <a:normAutofit/>
          </a:bodyPr>
          <a:lstStyle>
            <a:lvl1pPr marL="457200" lvl="0" indent="-349504" algn="l">
              <a:spcBef>
                <a:spcPts val="400"/>
              </a:spcBef>
              <a:spcAft>
                <a:spcPts val="0"/>
              </a:spcAft>
              <a:buSzPts val="1904"/>
              <a:buChar char="🞂"/>
              <a:defRPr sz="2800"/>
            </a:lvl1pPr>
            <a:lvl2pPr marL="914400" lvl="1" indent="-381000" algn="l">
              <a:spcBef>
                <a:spcPts val="324"/>
              </a:spcBef>
              <a:spcAft>
                <a:spcPts val="0"/>
              </a:spcAft>
              <a:buSzPts val="2400"/>
              <a:buChar char="◦"/>
              <a:defRPr sz="2400"/>
            </a:lvl2pPr>
            <a:lvl3pPr marL="1371600" lvl="2" indent="-355600" algn="l">
              <a:spcBef>
                <a:spcPts val="350"/>
              </a:spcBef>
              <a:spcAft>
                <a:spcPts val="0"/>
              </a:spcAft>
              <a:buSzPts val="2000"/>
              <a:buChar char="●"/>
              <a:defRPr sz="2000"/>
            </a:lvl3pPr>
            <a:lvl4pPr marL="1828800" lvl="3" indent="-342900" algn="l">
              <a:spcBef>
                <a:spcPts val="350"/>
              </a:spcBef>
              <a:spcAft>
                <a:spcPts val="0"/>
              </a:spcAft>
              <a:buSzPts val="1800"/>
              <a:buChar char="●"/>
              <a:defRPr sz="1800"/>
            </a:lvl4pPr>
            <a:lvl5pPr marL="2286000" lvl="4" indent="-342900" algn="l">
              <a:spcBef>
                <a:spcPts val="350"/>
              </a:spcBef>
              <a:spcAft>
                <a:spcPts val="0"/>
              </a:spcAft>
              <a:buSzPts val="1800"/>
              <a:buChar char="●"/>
              <a:defRPr sz="1800"/>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46" name="Google Shape;46;p74"/>
          <p:cNvSpPr txBox="1">
            <a:spLocks noGrp="1"/>
          </p:cNvSpPr>
          <p:nvPr>
            <p:ph type="dt" idx="10"/>
          </p:nvPr>
        </p:nvSpPr>
        <p:spPr>
          <a:xfrm>
            <a:off x="6727032" y="6407944"/>
            <a:ext cx="192024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4"/>
          <p:cNvSpPr txBox="1">
            <a:spLocks noGrp="1"/>
          </p:cNvSpPr>
          <p:nvPr>
            <p:ph type="ftr" idx="11"/>
          </p:nvPr>
        </p:nvSpPr>
        <p:spPr>
          <a:xfrm>
            <a:off x="4380072" y="6407944"/>
            <a:ext cx="235068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4"/>
          <p:cNvSpPr txBox="1">
            <a:spLocks noGrp="1"/>
          </p:cNvSpPr>
          <p:nvPr>
            <p:ph type="sldNum" idx="12"/>
          </p:nvPr>
        </p:nvSpPr>
        <p:spPr>
          <a:xfrm>
            <a:off x="8647272" y="6407944"/>
            <a:ext cx="36576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49" name="Google Shape;49;p7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bg>
      <p:bgPr>
        <a:blipFill rotWithShape="1">
          <a:blip r:embed="rId2">
            <a:alphaModFix/>
          </a:blip>
          <a:tile tx="0" ty="0" sx="50000" sy="50000" flip="none" algn="tl"/>
        </a:blipFill>
        <a:effectLst/>
      </p:bgPr>
    </p:bg>
    <p:spTree>
      <p:nvGrpSpPr>
        <p:cNvPr id="1" name="Shape 50"/>
        <p:cNvGrpSpPr/>
        <p:nvPr/>
      </p:nvGrpSpPr>
      <p:grpSpPr>
        <a:xfrm>
          <a:off x="0" y="0"/>
          <a:ext cx="0" cy="0"/>
          <a:chOff x="0" y="0"/>
          <a:chExt cx="0" cy="0"/>
        </a:xfrm>
      </p:grpSpPr>
      <p:sp>
        <p:nvSpPr>
          <p:cNvPr id="51" name="Google Shape;51;p75"/>
          <p:cNvSpPr txBox="1">
            <a:spLocks noGrp="1"/>
          </p:cNvSpPr>
          <p:nvPr>
            <p:ph type="title"/>
          </p:nvPr>
        </p:nvSpPr>
        <p:spPr>
          <a:xfrm>
            <a:off x="457200" y="273050"/>
            <a:ext cx="8229600" cy="11430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4100"/>
              <a:buFont typeface="Lucida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75"/>
          <p:cNvSpPr txBox="1">
            <a:spLocks noGrp="1"/>
          </p:cNvSpPr>
          <p:nvPr>
            <p:ph type="body" idx="1"/>
          </p:nvPr>
        </p:nvSpPr>
        <p:spPr>
          <a:xfrm>
            <a:off x="457200" y="5410200"/>
            <a:ext cx="4040188" cy="762000"/>
          </a:xfrm>
          <a:prstGeom prst="rect">
            <a:avLst/>
          </a:prstGeom>
          <a:solidFill>
            <a:schemeClr val="accent1"/>
          </a:solidFill>
          <a:ln w="9650" cap="flat" cmpd="sng">
            <a:solidFill>
              <a:schemeClr val="accent1"/>
            </a:solidFill>
            <a:prstDash val="solid"/>
            <a:miter lim="800000"/>
            <a:headEnd type="none" w="sm" len="sm"/>
            <a:tailEnd type="none" w="sm" len="sm"/>
          </a:ln>
        </p:spPr>
        <p:txBody>
          <a:bodyPr spcFirstLastPara="1" wrap="square" lIns="182875" tIns="45700" rIns="91425" bIns="45700" anchor="ctr" anchorCtr="0">
            <a:normAutofit/>
          </a:bodyPr>
          <a:lstStyle>
            <a:lvl1pPr marL="457200" lvl="0" indent="-228600" algn="l">
              <a:spcBef>
                <a:spcPts val="400"/>
              </a:spcBef>
              <a:spcAft>
                <a:spcPts val="0"/>
              </a:spcAft>
              <a:buSzPts val="1632"/>
              <a:buNone/>
              <a:defRPr sz="2400" b="0">
                <a:solidFill>
                  <a:schemeClr val="lt1"/>
                </a:solidFill>
              </a:defRPr>
            </a:lvl1pPr>
            <a:lvl2pPr marL="914400" lvl="1" indent="-228600" algn="l">
              <a:spcBef>
                <a:spcPts val="324"/>
              </a:spcBef>
              <a:spcAft>
                <a:spcPts val="0"/>
              </a:spcAft>
              <a:buSzPts val="2000"/>
              <a:buNone/>
              <a:defRPr sz="2000" b="1"/>
            </a:lvl2pPr>
            <a:lvl3pPr marL="1371600" lvl="2" indent="-228600" algn="l">
              <a:spcBef>
                <a:spcPts val="350"/>
              </a:spcBef>
              <a:spcAft>
                <a:spcPts val="0"/>
              </a:spcAft>
              <a:buSzPts val="1800"/>
              <a:buNone/>
              <a:defRPr sz="1800" b="1"/>
            </a:lvl3pPr>
            <a:lvl4pPr marL="1828800" lvl="3" indent="-228600" algn="l">
              <a:spcBef>
                <a:spcPts val="350"/>
              </a:spcBef>
              <a:spcAft>
                <a:spcPts val="0"/>
              </a:spcAft>
              <a:buSzPts val="1600"/>
              <a:buNone/>
              <a:defRPr sz="1600" b="1"/>
            </a:lvl4pPr>
            <a:lvl5pPr marL="2286000" lvl="4" indent="-228600" algn="l">
              <a:spcBef>
                <a:spcPts val="350"/>
              </a:spcBef>
              <a:spcAft>
                <a:spcPts val="0"/>
              </a:spcAft>
              <a:buSzPts val="1600"/>
              <a:buNone/>
              <a:defRPr sz="1600" b="1"/>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53" name="Google Shape;53;p75"/>
          <p:cNvSpPr txBox="1">
            <a:spLocks noGrp="1"/>
          </p:cNvSpPr>
          <p:nvPr>
            <p:ph type="body" idx="2"/>
          </p:nvPr>
        </p:nvSpPr>
        <p:spPr>
          <a:xfrm>
            <a:off x="4645026" y="5410200"/>
            <a:ext cx="4041775" cy="762000"/>
          </a:xfrm>
          <a:prstGeom prst="rect">
            <a:avLst/>
          </a:prstGeom>
          <a:solidFill>
            <a:schemeClr val="accent1"/>
          </a:solidFill>
          <a:ln w="9650" cap="flat" cmpd="sng">
            <a:solidFill>
              <a:schemeClr val="accent1"/>
            </a:solidFill>
            <a:prstDash val="solid"/>
            <a:miter lim="800000"/>
            <a:headEnd type="none" w="sm" len="sm"/>
            <a:tailEnd type="none" w="sm" len="sm"/>
          </a:ln>
        </p:spPr>
        <p:txBody>
          <a:bodyPr spcFirstLastPara="1" wrap="square" lIns="182875" tIns="45700" rIns="91425" bIns="45700" anchor="ctr" anchorCtr="0">
            <a:normAutofit/>
          </a:bodyPr>
          <a:lstStyle>
            <a:lvl1pPr marL="457200" lvl="0" indent="-228600" algn="l">
              <a:spcBef>
                <a:spcPts val="400"/>
              </a:spcBef>
              <a:spcAft>
                <a:spcPts val="0"/>
              </a:spcAft>
              <a:buSzPts val="1632"/>
              <a:buNone/>
              <a:defRPr sz="2400" b="0">
                <a:solidFill>
                  <a:schemeClr val="lt1"/>
                </a:solidFill>
              </a:defRPr>
            </a:lvl1pPr>
            <a:lvl2pPr marL="914400" lvl="1" indent="-228600" algn="l">
              <a:spcBef>
                <a:spcPts val="324"/>
              </a:spcBef>
              <a:spcAft>
                <a:spcPts val="0"/>
              </a:spcAft>
              <a:buSzPts val="2000"/>
              <a:buNone/>
              <a:defRPr sz="2000" b="1"/>
            </a:lvl2pPr>
            <a:lvl3pPr marL="1371600" lvl="2" indent="-228600" algn="l">
              <a:spcBef>
                <a:spcPts val="350"/>
              </a:spcBef>
              <a:spcAft>
                <a:spcPts val="0"/>
              </a:spcAft>
              <a:buSzPts val="1800"/>
              <a:buNone/>
              <a:defRPr sz="1800" b="1"/>
            </a:lvl3pPr>
            <a:lvl4pPr marL="1828800" lvl="3" indent="-228600" algn="l">
              <a:spcBef>
                <a:spcPts val="350"/>
              </a:spcBef>
              <a:spcAft>
                <a:spcPts val="0"/>
              </a:spcAft>
              <a:buSzPts val="1600"/>
              <a:buNone/>
              <a:defRPr sz="1600" b="1"/>
            </a:lvl4pPr>
            <a:lvl5pPr marL="2286000" lvl="4" indent="-228600" algn="l">
              <a:spcBef>
                <a:spcPts val="350"/>
              </a:spcBef>
              <a:spcAft>
                <a:spcPts val="0"/>
              </a:spcAft>
              <a:buSzPts val="1600"/>
              <a:buNone/>
              <a:defRPr sz="1600" b="1"/>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54" name="Google Shape;54;p75"/>
          <p:cNvSpPr txBox="1">
            <a:spLocks noGrp="1"/>
          </p:cNvSpPr>
          <p:nvPr>
            <p:ph type="body" idx="3"/>
          </p:nvPr>
        </p:nvSpPr>
        <p:spPr>
          <a:xfrm>
            <a:off x="457200" y="1444294"/>
            <a:ext cx="4040188" cy="3941763"/>
          </a:xfrm>
          <a:prstGeom prst="rect">
            <a:avLst/>
          </a:prstGeom>
          <a:noFill/>
          <a:ln>
            <a:noFill/>
          </a:ln>
        </p:spPr>
        <p:txBody>
          <a:bodyPr spcFirstLastPara="1" wrap="square" lIns="91425" tIns="45700" rIns="91425" bIns="45700" anchor="t" anchorCtr="0">
            <a:normAutofit/>
          </a:bodyPr>
          <a:lstStyle>
            <a:lvl1pPr marL="457200" lvl="0" indent="-332232" algn="l">
              <a:spcBef>
                <a:spcPts val="400"/>
              </a:spcBef>
              <a:spcAft>
                <a:spcPts val="0"/>
              </a:spcAft>
              <a:buSzPts val="1632"/>
              <a:buChar char="🞂"/>
              <a:defRPr sz="2400"/>
            </a:lvl1pPr>
            <a:lvl2pPr marL="914400" lvl="1" indent="-355600" algn="l">
              <a:spcBef>
                <a:spcPts val="324"/>
              </a:spcBef>
              <a:spcAft>
                <a:spcPts val="0"/>
              </a:spcAft>
              <a:buSzPts val="2000"/>
              <a:buChar char="◦"/>
              <a:defRPr sz="2000"/>
            </a:lvl2pPr>
            <a:lvl3pPr marL="1371600" lvl="2" indent="-342900" algn="l">
              <a:spcBef>
                <a:spcPts val="350"/>
              </a:spcBef>
              <a:spcAft>
                <a:spcPts val="0"/>
              </a:spcAft>
              <a:buSzPts val="1800"/>
              <a:buChar char="●"/>
              <a:defRPr sz="1800"/>
            </a:lvl3pPr>
            <a:lvl4pPr marL="1828800" lvl="3" indent="-330200" algn="l">
              <a:spcBef>
                <a:spcPts val="350"/>
              </a:spcBef>
              <a:spcAft>
                <a:spcPts val="0"/>
              </a:spcAft>
              <a:buSzPts val="1600"/>
              <a:buChar char="●"/>
              <a:defRPr sz="1600"/>
            </a:lvl4pPr>
            <a:lvl5pPr marL="2286000" lvl="4" indent="-330200" algn="l">
              <a:spcBef>
                <a:spcPts val="350"/>
              </a:spcBef>
              <a:spcAft>
                <a:spcPts val="0"/>
              </a:spcAft>
              <a:buSzPts val="1600"/>
              <a:buChar char="●"/>
              <a:defRPr sz="1600"/>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55" name="Google Shape;55;p75"/>
          <p:cNvSpPr txBox="1">
            <a:spLocks noGrp="1"/>
          </p:cNvSpPr>
          <p:nvPr>
            <p:ph type="body" idx="4"/>
          </p:nvPr>
        </p:nvSpPr>
        <p:spPr>
          <a:xfrm>
            <a:off x="4645025" y="1444294"/>
            <a:ext cx="4041775" cy="3941763"/>
          </a:xfrm>
          <a:prstGeom prst="rect">
            <a:avLst/>
          </a:prstGeom>
          <a:noFill/>
          <a:ln>
            <a:noFill/>
          </a:ln>
        </p:spPr>
        <p:txBody>
          <a:bodyPr spcFirstLastPara="1" wrap="square" lIns="91425" tIns="45700" rIns="91425" bIns="45700" anchor="t" anchorCtr="0">
            <a:normAutofit/>
          </a:bodyPr>
          <a:lstStyle>
            <a:lvl1pPr marL="457200" lvl="0" indent="-332232" algn="l">
              <a:spcBef>
                <a:spcPts val="0"/>
              </a:spcBef>
              <a:spcAft>
                <a:spcPts val="0"/>
              </a:spcAft>
              <a:buSzPts val="1632"/>
              <a:buChar char="🞂"/>
              <a:defRPr sz="2400"/>
            </a:lvl1pPr>
            <a:lvl2pPr marL="914400" lvl="1" indent="-355600" algn="l">
              <a:spcBef>
                <a:spcPts val="324"/>
              </a:spcBef>
              <a:spcAft>
                <a:spcPts val="0"/>
              </a:spcAft>
              <a:buSzPts val="2000"/>
              <a:buChar char="◦"/>
              <a:defRPr sz="2000"/>
            </a:lvl2pPr>
            <a:lvl3pPr marL="1371600" lvl="2" indent="-342900" algn="l">
              <a:spcBef>
                <a:spcPts val="350"/>
              </a:spcBef>
              <a:spcAft>
                <a:spcPts val="0"/>
              </a:spcAft>
              <a:buSzPts val="1800"/>
              <a:buChar char="●"/>
              <a:defRPr sz="1800"/>
            </a:lvl3pPr>
            <a:lvl4pPr marL="1828800" lvl="3" indent="-330200" algn="l">
              <a:spcBef>
                <a:spcPts val="350"/>
              </a:spcBef>
              <a:spcAft>
                <a:spcPts val="0"/>
              </a:spcAft>
              <a:buSzPts val="1600"/>
              <a:buChar char="●"/>
              <a:defRPr sz="1600"/>
            </a:lvl4pPr>
            <a:lvl5pPr marL="2286000" lvl="4" indent="-330200" algn="l">
              <a:spcBef>
                <a:spcPts val="350"/>
              </a:spcBef>
              <a:spcAft>
                <a:spcPts val="0"/>
              </a:spcAft>
              <a:buSzPts val="1600"/>
              <a:buChar char="●"/>
              <a:defRPr sz="1600"/>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56" name="Google Shape;56;p75"/>
          <p:cNvSpPr txBox="1">
            <a:spLocks noGrp="1"/>
          </p:cNvSpPr>
          <p:nvPr>
            <p:ph type="dt" idx="10"/>
          </p:nvPr>
        </p:nvSpPr>
        <p:spPr>
          <a:xfrm>
            <a:off x="6727032" y="6407944"/>
            <a:ext cx="192024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75"/>
          <p:cNvSpPr txBox="1">
            <a:spLocks noGrp="1"/>
          </p:cNvSpPr>
          <p:nvPr>
            <p:ph type="ftr" idx="11"/>
          </p:nvPr>
        </p:nvSpPr>
        <p:spPr>
          <a:xfrm>
            <a:off x="4380072" y="6407944"/>
            <a:ext cx="235068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75"/>
          <p:cNvSpPr txBox="1">
            <a:spLocks noGrp="1"/>
          </p:cNvSpPr>
          <p:nvPr>
            <p:ph type="sldNum" idx="12"/>
          </p:nvPr>
        </p:nvSpPr>
        <p:spPr>
          <a:xfrm>
            <a:off x="8647272" y="6407944"/>
            <a:ext cx="36576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gradFill>
          <a:gsLst>
            <a:gs pos="0">
              <a:srgbClr val="B1B1B1"/>
            </a:gs>
            <a:gs pos="40000">
              <a:srgbClr val="9E9E9E"/>
            </a:gs>
            <a:gs pos="100000">
              <a:schemeClr val="dk1"/>
            </a:gs>
          </a:gsLst>
          <a:path path="circle">
            <a:fillToRect l="100000" b="100000"/>
          </a:path>
          <a:tileRect t="-100000" r="-100000"/>
        </a:gradFill>
        <a:effectLst/>
      </p:bgPr>
    </p:bg>
    <p:spTree>
      <p:nvGrpSpPr>
        <p:cNvPr id="1" name="Shape 59"/>
        <p:cNvGrpSpPr/>
        <p:nvPr/>
      </p:nvGrpSpPr>
      <p:grpSpPr>
        <a:xfrm>
          <a:off x="0" y="0"/>
          <a:ext cx="0" cy="0"/>
          <a:chOff x="0" y="0"/>
          <a:chExt cx="0" cy="0"/>
        </a:xfrm>
      </p:grpSpPr>
      <p:sp>
        <p:nvSpPr>
          <p:cNvPr id="60" name="Google Shape;60;p76"/>
          <p:cNvSpPr txBox="1">
            <a:spLocks noGrp="1"/>
          </p:cNvSpPr>
          <p:nvPr>
            <p:ph type="dt" idx="10"/>
          </p:nvPr>
        </p:nvSpPr>
        <p:spPr>
          <a:xfrm>
            <a:off x="6727032" y="6407944"/>
            <a:ext cx="192024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76"/>
          <p:cNvSpPr txBox="1">
            <a:spLocks noGrp="1"/>
          </p:cNvSpPr>
          <p:nvPr>
            <p:ph type="ftr" idx="11"/>
          </p:nvPr>
        </p:nvSpPr>
        <p:spPr>
          <a:xfrm>
            <a:off x="4380072" y="6407944"/>
            <a:ext cx="235068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76"/>
          <p:cNvSpPr txBox="1">
            <a:spLocks noGrp="1"/>
          </p:cNvSpPr>
          <p:nvPr>
            <p:ph type="sldNum" idx="12"/>
          </p:nvPr>
        </p:nvSpPr>
        <p:spPr>
          <a:xfrm>
            <a:off x="8647272" y="6407944"/>
            <a:ext cx="36576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63" name="Google Shape;63;p7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4"/>
        <p:cNvGrpSpPr/>
        <p:nvPr/>
      </p:nvGrpSpPr>
      <p:grpSpPr>
        <a:xfrm>
          <a:off x="0" y="0"/>
          <a:ext cx="0" cy="0"/>
          <a:chOff x="0" y="0"/>
          <a:chExt cx="0" cy="0"/>
        </a:xfrm>
      </p:grpSpPr>
      <p:sp>
        <p:nvSpPr>
          <p:cNvPr id="65" name="Google Shape;65;p77"/>
          <p:cNvSpPr txBox="1">
            <a:spLocks noGrp="1"/>
          </p:cNvSpPr>
          <p:nvPr>
            <p:ph type="dt" idx="10"/>
          </p:nvPr>
        </p:nvSpPr>
        <p:spPr>
          <a:xfrm>
            <a:off x="6727032" y="6407944"/>
            <a:ext cx="192024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77"/>
          <p:cNvSpPr txBox="1">
            <a:spLocks noGrp="1"/>
          </p:cNvSpPr>
          <p:nvPr>
            <p:ph type="ftr" idx="11"/>
          </p:nvPr>
        </p:nvSpPr>
        <p:spPr>
          <a:xfrm>
            <a:off x="4380072" y="6407944"/>
            <a:ext cx="235068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77"/>
          <p:cNvSpPr txBox="1">
            <a:spLocks noGrp="1"/>
          </p:cNvSpPr>
          <p:nvPr>
            <p:ph type="sldNum" idx="12"/>
          </p:nvPr>
        </p:nvSpPr>
        <p:spPr>
          <a:xfrm>
            <a:off x="8647272" y="6407944"/>
            <a:ext cx="36576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bg>
      <p:bgPr>
        <a:blipFill rotWithShape="1">
          <a:blip r:embed="rId2">
            <a:alphaModFix/>
          </a:blip>
          <a:tile tx="0" ty="0" sx="50000" sy="50000" flip="none" algn="tl"/>
        </a:blipFill>
        <a:effectLst/>
      </p:bgPr>
    </p:bg>
    <p:spTree>
      <p:nvGrpSpPr>
        <p:cNvPr id="1" name="Shape 68"/>
        <p:cNvGrpSpPr/>
        <p:nvPr/>
      </p:nvGrpSpPr>
      <p:grpSpPr>
        <a:xfrm>
          <a:off x="0" y="0"/>
          <a:ext cx="0" cy="0"/>
          <a:chOff x="0" y="0"/>
          <a:chExt cx="0" cy="0"/>
        </a:xfrm>
      </p:grpSpPr>
      <p:sp>
        <p:nvSpPr>
          <p:cNvPr id="69" name="Google Shape;69;p78"/>
          <p:cNvSpPr txBox="1">
            <a:spLocks noGrp="1"/>
          </p:cNvSpPr>
          <p:nvPr>
            <p:ph type="title"/>
          </p:nvPr>
        </p:nvSpPr>
        <p:spPr>
          <a:xfrm>
            <a:off x="914400" y="4876800"/>
            <a:ext cx="7481776" cy="45720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Clr>
                <a:schemeClr val="accent1"/>
              </a:buClr>
              <a:buSzPts val="2500"/>
              <a:buFont typeface="Lucida Sans"/>
              <a:buNone/>
              <a:defRPr sz="2500" b="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78"/>
          <p:cNvSpPr txBox="1">
            <a:spLocks noGrp="1"/>
          </p:cNvSpPr>
          <p:nvPr>
            <p:ph type="body" idx="1"/>
          </p:nvPr>
        </p:nvSpPr>
        <p:spPr>
          <a:xfrm>
            <a:off x="4419600" y="5355102"/>
            <a:ext cx="3974592" cy="914400"/>
          </a:xfrm>
          <a:prstGeom prst="rect">
            <a:avLst/>
          </a:prstGeom>
          <a:noFill/>
          <a:ln>
            <a:noFill/>
          </a:ln>
        </p:spPr>
        <p:txBody>
          <a:bodyPr spcFirstLastPara="1" wrap="square" lIns="91425" tIns="45700" rIns="91425" bIns="45700" anchor="t" anchorCtr="0">
            <a:normAutofit/>
          </a:bodyPr>
          <a:lstStyle>
            <a:lvl1pPr marL="457200" lvl="0" indent="-228600" algn="r">
              <a:spcBef>
                <a:spcPts val="400"/>
              </a:spcBef>
              <a:spcAft>
                <a:spcPts val="0"/>
              </a:spcAft>
              <a:buSzPts val="1088"/>
              <a:buNone/>
              <a:defRPr sz="1600"/>
            </a:lvl1pPr>
            <a:lvl2pPr marL="914400" lvl="1" indent="-228600" algn="l">
              <a:spcBef>
                <a:spcPts val="324"/>
              </a:spcBef>
              <a:spcAft>
                <a:spcPts val="0"/>
              </a:spcAft>
              <a:buSzPts val="1200"/>
              <a:buNone/>
              <a:defRPr sz="1200"/>
            </a:lvl2pPr>
            <a:lvl3pPr marL="1371600" lvl="2" indent="-228600" algn="l">
              <a:spcBef>
                <a:spcPts val="350"/>
              </a:spcBef>
              <a:spcAft>
                <a:spcPts val="0"/>
              </a:spcAft>
              <a:buSzPts val="1000"/>
              <a:buNone/>
              <a:defRPr sz="1000"/>
            </a:lvl3pPr>
            <a:lvl4pPr marL="1828800" lvl="3" indent="-228600" algn="l">
              <a:spcBef>
                <a:spcPts val="350"/>
              </a:spcBef>
              <a:spcAft>
                <a:spcPts val="0"/>
              </a:spcAft>
              <a:buSzPts val="900"/>
              <a:buNone/>
              <a:defRPr sz="900"/>
            </a:lvl4pPr>
            <a:lvl5pPr marL="2286000" lvl="4" indent="-228600" algn="l">
              <a:spcBef>
                <a:spcPts val="350"/>
              </a:spcBef>
              <a:spcAft>
                <a:spcPts val="0"/>
              </a:spcAft>
              <a:buSzPts val="900"/>
              <a:buNone/>
              <a:defRPr sz="900"/>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71" name="Google Shape;71;p78"/>
          <p:cNvSpPr txBox="1">
            <a:spLocks noGrp="1"/>
          </p:cNvSpPr>
          <p:nvPr>
            <p:ph type="body" idx="2"/>
          </p:nvPr>
        </p:nvSpPr>
        <p:spPr>
          <a:xfrm>
            <a:off x="914400" y="274320"/>
            <a:ext cx="7479792" cy="4572000"/>
          </a:xfrm>
          <a:prstGeom prst="rect">
            <a:avLst/>
          </a:prstGeom>
          <a:noFill/>
          <a:ln>
            <a:noFill/>
          </a:ln>
        </p:spPr>
        <p:txBody>
          <a:bodyPr spcFirstLastPara="1" wrap="square" lIns="91425" tIns="45700" rIns="91425" bIns="45700" anchor="t" anchorCtr="0">
            <a:normAutofit/>
          </a:bodyPr>
          <a:lstStyle>
            <a:lvl1pPr marL="457200" lvl="0" indent="-366776" algn="l">
              <a:spcBef>
                <a:spcPts val="400"/>
              </a:spcBef>
              <a:spcAft>
                <a:spcPts val="0"/>
              </a:spcAft>
              <a:buSzPts val="2176"/>
              <a:buChar char="🞂"/>
              <a:defRPr sz="3200"/>
            </a:lvl1pPr>
            <a:lvl2pPr marL="914400" lvl="1" indent="-406400" algn="l">
              <a:spcBef>
                <a:spcPts val="324"/>
              </a:spcBef>
              <a:spcAft>
                <a:spcPts val="0"/>
              </a:spcAft>
              <a:buSzPts val="2800"/>
              <a:buChar char="◦"/>
              <a:defRPr sz="2800"/>
            </a:lvl2pPr>
            <a:lvl3pPr marL="1371600" lvl="2" indent="-381000" algn="l">
              <a:spcBef>
                <a:spcPts val="350"/>
              </a:spcBef>
              <a:spcAft>
                <a:spcPts val="0"/>
              </a:spcAft>
              <a:buSzPts val="2400"/>
              <a:buChar char="●"/>
              <a:defRPr sz="2400"/>
            </a:lvl3pPr>
            <a:lvl4pPr marL="1828800" lvl="3" indent="-355600" algn="l">
              <a:spcBef>
                <a:spcPts val="350"/>
              </a:spcBef>
              <a:spcAft>
                <a:spcPts val="0"/>
              </a:spcAft>
              <a:buSzPts val="2000"/>
              <a:buChar char="●"/>
              <a:defRPr sz="2000"/>
            </a:lvl4pPr>
            <a:lvl5pPr marL="2286000" lvl="4" indent="-355600" algn="l">
              <a:spcBef>
                <a:spcPts val="350"/>
              </a:spcBef>
              <a:spcAft>
                <a:spcPts val="0"/>
              </a:spcAft>
              <a:buSzPts val="2000"/>
              <a:buChar char="●"/>
              <a:defRPr sz="2000"/>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72" name="Google Shape;72;p78"/>
          <p:cNvSpPr txBox="1">
            <a:spLocks noGrp="1"/>
          </p:cNvSpPr>
          <p:nvPr>
            <p:ph type="dt" idx="10"/>
          </p:nvPr>
        </p:nvSpPr>
        <p:spPr>
          <a:xfrm>
            <a:off x="6727032" y="6407944"/>
            <a:ext cx="192024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78"/>
          <p:cNvSpPr txBox="1">
            <a:spLocks noGrp="1"/>
          </p:cNvSpPr>
          <p:nvPr>
            <p:ph type="ftr" idx="11"/>
          </p:nvPr>
        </p:nvSpPr>
        <p:spPr>
          <a:xfrm>
            <a:off x="4380072" y="6407944"/>
            <a:ext cx="235068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78"/>
          <p:cNvSpPr txBox="1">
            <a:spLocks noGrp="1"/>
          </p:cNvSpPr>
          <p:nvPr>
            <p:ph type="sldNum" idx="12"/>
          </p:nvPr>
        </p:nvSpPr>
        <p:spPr>
          <a:xfrm>
            <a:off x="8647272" y="6407944"/>
            <a:ext cx="36576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bg>
      <p:bgPr>
        <a:gradFill>
          <a:gsLst>
            <a:gs pos="0">
              <a:srgbClr val="B1B1B1"/>
            </a:gs>
            <a:gs pos="40000">
              <a:srgbClr val="9E9E9E"/>
            </a:gs>
            <a:gs pos="100000">
              <a:schemeClr val="dk1"/>
            </a:gs>
          </a:gsLst>
          <a:path path="circle">
            <a:fillToRect l="100000" b="100000"/>
          </a:path>
          <a:tileRect t="-100000" r="-100000"/>
        </a:gradFill>
        <a:effectLst/>
      </p:bgPr>
    </p:bg>
    <p:spTree>
      <p:nvGrpSpPr>
        <p:cNvPr id="1" name="Shape 75"/>
        <p:cNvGrpSpPr/>
        <p:nvPr/>
      </p:nvGrpSpPr>
      <p:grpSpPr>
        <a:xfrm>
          <a:off x="0" y="0"/>
          <a:ext cx="0" cy="0"/>
          <a:chOff x="0" y="0"/>
          <a:chExt cx="0" cy="0"/>
        </a:xfrm>
      </p:grpSpPr>
      <p:sp>
        <p:nvSpPr>
          <p:cNvPr id="76" name="Google Shape;76;p79"/>
          <p:cNvSpPr txBox="1">
            <a:spLocks noGrp="1"/>
          </p:cNvSpPr>
          <p:nvPr>
            <p:ph type="body" idx="1"/>
          </p:nvPr>
        </p:nvSpPr>
        <p:spPr>
          <a:xfrm>
            <a:off x="1141232" y="5443402"/>
            <a:ext cx="7162800" cy="648232"/>
          </a:xfrm>
          <a:prstGeom prst="rect">
            <a:avLst/>
          </a:prstGeom>
          <a:noFill/>
          <a:ln>
            <a:noFill/>
          </a:ln>
        </p:spPr>
        <p:txBody>
          <a:bodyPr spcFirstLastPara="1" wrap="square" lIns="91425" tIns="0" rIns="91425" bIns="45700" anchor="t" anchorCtr="0">
            <a:normAutofit/>
          </a:bodyPr>
          <a:lstStyle>
            <a:lvl1pPr marL="457200" marR="18288" lvl="0" indent="-228600" algn="r">
              <a:spcBef>
                <a:spcPts val="400"/>
              </a:spcBef>
              <a:spcAft>
                <a:spcPts val="0"/>
              </a:spcAft>
              <a:buSzPts val="952"/>
              <a:buNone/>
              <a:defRPr sz="1400"/>
            </a:lvl1pPr>
            <a:lvl2pPr marL="914400" lvl="1" indent="-304800" algn="l">
              <a:spcBef>
                <a:spcPts val="324"/>
              </a:spcBef>
              <a:spcAft>
                <a:spcPts val="0"/>
              </a:spcAft>
              <a:buSzPts val="1200"/>
              <a:buChar char="◦"/>
              <a:defRPr sz="1200"/>
            </a:lvl2pPr>
            <a:lvl3pPr marL="1371600" lvl="2" indent="-292100" algn="l">
              <a:spcBef>
                <a:spcPts val="350"/>
              </a:spcBef>
              <a:spcAft>
                <a:spcPts val="0"/>
              </a:spcAft>
              <a:buSzPts val="1000"/>
              <a:buChar char="●"/>
              <a:defRPr sz="1000"/>
            </a:lvl3pPr>
            <a:lvl4pPr marL="1828800" lvl="3" indent="-285750" algn="l">
              <a:spcBef>
                <a:spcPts val="350"/>
              </a:spcBef>
              <a:spcAft>
                <a:spcPts val="0"/>
              </a:spcAft>
              <a:buSzPts val="900"/>
              <a:buChar char="●"/>
              <a:defRPr sz="900"/>
            </a:lvl4pPr>
            <a:lvl5pPr marL="2286000" lvl="4" indent="-285750" algn="l">
              <a:spcBef>
                <a:spcPts val="350"/>
              </a:spcBef>
              <a:spcAft>
                <a:spcPts val="0"/>
              </a:spcAft>
              <a:buSzPts val="900"/>
              <a:buChar char="●"/>
              <a:defRPr sz="900"/>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77" name="Google Shape;77;p79"/>
          <p:cNvSpPr>
            <a:spLocks noGrp="1"/>
          </p:cNvSpPr>
          <p:nvPr>
            <p:ph type="pic" idx="2"/>
          </p:nvPr>
        </p:nvSpPr>
        <p:spPr>
          <a:xfrm>
            <a:off x="228600" y="189968"/>
            <a:ext cx="8686800" cy="4389120"/>
          </a:xfrm>
          <a:prstGeom prst="rect">
            <a:avLst/>
          </a:prstGeom>
          <a:solidFill>
            <a:schemeClr val="dk2"/>
          </a:solidFill>
          <a:ln w="9525" cap="flat" cmpd="sng">
            <a:solidFill>
              <a:schemeClr val="dk1"/>
            </a:solidFill>
            <a:prstDash val="solid"/>
            <a:round/>
            <a:headEnd type="none" w="sm" len="sm"/>
            <a:tailEnd type="none" w="sm" len="sm"/>
          </a:ln>
        </p:spPr>
      </p:sp>
      <p:sp>
        <p:nvSpPr>
          <p:cNvPr id="78" name="Google Shape;78;p79"/>
          <p:cNvSpPr txBox="1">
            <a:spLocks noGrp="1"/>
          </p:cNvSpPr>
          <p:nvPr>
            <p:ph type="dt" idx="10"/>
          </p:nvPr>
        </p:nvSpPr>
        <p:spPr>
          <a:xfrm>
            <a:off x="6727032" y="6407944"/>
            <a:ext cx="192024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79"/>
          <p:cNvSpPr txBox="1">
            <a:spLocks noGrp="1"/>
          </p:cNvSpPr>
          <p:nvPr>
            <p:ph type="ftr" idx="11"/>
          </p:nvPr>
        </p:nvSpPr>
        <p:spPr>
          <a:xfrm>
            <a:off x="4380072" y="6407944"/>
            <a:ext cx="235068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79"/>
          <p:cNvSpPr txBox="1">
            <a:spLocks noGrp="1"/>
          </p:cNvSpPr>
          <p:nvPr>
            <p:ph type="sldNum" idx="12"/>
          </p:nvPr>
        </p:nvSpPr>
        <p:spPr>
          <a:xfrm>
            <a:off x="8647272" y="6407944"/>
            <a:ext cx="36576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sz="1000" b="0">
                <a:solidFill>
                  <a:schemeClr val="lt1"/>
                </a:solidFill>
                <a:latin typeface="Lucida Sans"/>
                <a:ea typeface="Lucida Sans"/>
                <a:cs typeface="Lucida Sans"/>
                <a:sym typeface="Lucida Sans"/>
              </a:defRPr>
            </a:lvl1pPr>
            <a:lvl2pPr marL="0" lvl="1" indent="0" algn="r">
              <a:spcBef>
                <a:spcPts val="0"/>
              </a:spcBef>
              <a:buNone/>
              <a:defRPr sz="1000" b="0">
                <a:solidFill>
                  <a:schemeClr val="lt1"/>
                </a:solidFill>
                <a:latin typeface="Lucida Sans"/>
                <a:ea typeface="Lucida Sans"/>
                <a:cs typeface="Lucida Sans"/>
                <a:sym typeface="Lucida Sans"/>
              </a:defRPr>
            </a:lvl2pPr>
            <a:lvl3pPr marL="0" lvl="2" indent="0" algn="r">
              <a:spcBef>
                <a:spcPts val="0"/>
              </a:spcBef>
              <a:buNone/>
              <a:defRPr sz="1000" b="0">
                <a:solidFill>
                  <a:schemeClr val="lt1"/>
                </a:solidFill>
                <a:latin typeface="Lucida Sans"/>
                <a:ea typeface="Lucida Sans"/>
                <a:cs typeface="Lucida Sans"/>
                <a:sym typeface="Lucida Sans"/>
              </a:defRPr>
            </a:lvl3pPr>
            <a:lvl4pPr marL="0" lvl="3" indent="0" algn="r">
              <a:spcBef>
                <a:spcPts val="0"/>
              </a:spcBef>
              <a:buNone/>
              <a:defRPr sz="1000" b="0">
                <a:solidFill>
                  <a:schemeClr val="lt1"/>
                </a:solidFill>
                <a:latin typeface="Lucida Sans"/>
                <a:ea typeface="Lucida Sans"/>
                <a:cs typeface="Lucida Sans"/>
                <a:sym typeface="Lucida Sans"/>
              </a:defRPr>
            </a:lvl4pPr>
            <a:lvl5pPr marL="0" lvl="4" indent="0" algn="r">
              <a:spcBef>
                <a:spcPts val="0"/>
              </a:spcBef>
              <a:buNone/>
              <a:defRPr sz="1000" b="0">
                <a:solidFill>
                  <a:schemeClr val="lt1"/>
                </a:solidFill>
                <a:latin typeface="Lucida Sans"/>
                <a:ea typeface="Lucida Sans"/>
                <a:cs typeface="Lucida Sans"/>
                <a:sym typeface="Lucida Sans"/>
              </a:defRPr>
            </a:lvl5pPr>
            <a:lvl6pPr marL="0" lvl="5" indent="0" algn="r">
              <a:spcBef>
                <a:spcPts val="0"/>
              </a:spcBef>
              <a:buNone/>
              <a:defRPr sz="1000" b="0">
                <a:solidFill>
                  <a:schemeClr val="lt1"/>
                </a:solidFill>
                <a:latin typeface="Lucida Sans"/>
                <a:ea typeface="Lucida Sans"/>
                <a:cs typeface="Lucida Sans"/>
                <a:sym typeface="Lucida Sans"/>
              </a:defRPr>
            </a:lvl6pPr>
            <a:lvl7pPr marL="0" lvl="6" indent="0" algn="r">
              <a:spcBef>
                <a:spcPts val="0"/>
              </a:spcBef>
              <a:buNone/>
              <a:defRPr sz="1000" b="0">
                <a:solidFill>
                  <a:schemeClr val="lt1"/>
                </a:solidFill>
                <a:latin typeface="Lucida Sans"/>
                <a:ea typeface="Lucida Sans"/>
                <a:cs typeface="Lucida Sans"/>
                <a:sym typeface="Lucida Sans"/>
              </a:defRPr>
            </a:lvl7pPr>
            <a:lvl8pPr marL="0" lvl="7" indent="0" algn="r">
              <a:spcBef>
                <a:spcPts val="0"/>
              </a:spcBef>
              <a:buNone/>
              <a:defRPr sz="1000" b="0">
                <a:solidFill>
                  <a:schemeClr val="lt1"/>
                </a:solidFill>
                <a:latin typeface="Lucida Sans"/>
                <a:ea typeface="Lucida Sans"/>
                <a:cs typeface="Lucida Sans"/>
                <a:sym typeface="Lucida Sans"/>
              </a:defRPr>
            </a:lvl8pPr>
            <a:lvl9pPr marL="0" lvl="8" indent="0" algn="r">
              <a:spcBef>
                <a:spcPts val="0"/>
              </a:spcBef>
              <a:buNone/>
              <a:defRPr sz="1000" b="0">
                <a:solidFill>
                  <a:schemeClr val="lt1"/>
                </a:solidFill>
                <a:latin typeface="Lucida Sans"/>
                <a:ea typeface="Lucida Sans"/>
                <a:cs typeface="Lucida Sans"/>
                <a:sym typeface="Lucida Sans"/>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81" name="Google Shape;81;p79"/>
          <p:cNvSpPr txBox="1">
            <a:spLocks noGrp="1"/>
          </p:cNvSpPr>
          <p:nvPr>
            <p:ph type="title"/>
          </p:nvPr>
        </p:nvSpPr>
        <p:spPr>
          <a:xfrm>
            <a:off x="228600" y="4865122"/>
            <a:ext cx="8075432" cy="562672"/>
          </a:xfrm>
          <a:prstGeom prst="rect">
            <a:avLst/>
          </a:prstGeom>
          <a:noFill/>
          <a:ln>
            <a:noFill/>
          </a:ln>
        </p:spPr>
        <p:txBody>
          <a:bodyPr spcFirstLastPara="1" wrap="square" lIns="91425" tIns="45700" rIns="91425" bIns="45700" anchor="t" anchorCtr="0">
            <a:normAutofit/>
          </a:bodyPr>
          <a:lstStyle>
            <a:lvl1pPr marR="0" lvl="0" algn="r">
              <a:spcBef>
                <a:spcPts val="0"/>
              </a:spcBef>
              <a:spcAft>
                <a:spcPts val="0"/>
              </a:spcAft>
              <a:buClr>
                <a:schemeClr val="accent1"/>
              </a:buClr>
              <a:buSzPts val="3000"/>
              <a:buFont typeface="Lucida Sans"/>
              <a:buNone/>
              <a:defRPr sz="3000" b="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79"/>
          <p:cNvSpPr/>
          <p:nvPr/>
        </p:nvSpPr>
        <p:spPr>
          <a:xfrm>
            <a:off x="499273" y="5944936"/>
            <a:ext cx="4940624" cy="921076"/>
          </a:xfrm>
          <a:custGeom>
            <a:avLst/>
            <a:gdLst/>
            <a:ahLst/>
            <a:cxnLst/>
            <a:rect l="l" t="t" r="r" b="b"/>
            <a:pathLst>
              <a:path w="7485" h="337" extrusionOk="0">
                <a:moveTo>
                  <a:pt x="0" y="2"/>
                </a:moveTo>
                <a:lnTo>
                  <a:pt x="7485" y="337"/>
                </a:lnTo>
                <a:lnTo>
                  <a:pt x="5558" y="337"/>
                </a:lnTo>
                <a:lnTo>
                  <a:pt x="1" y="0"/>
                </a:lnTo>
              </a:path>
            </a:pathLst>
          </a:custGeom>
          <a:solidFill>
            <a:srgbClr val="9CCADC">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83" name="Google Shape;83;p79"/>
          <p:cNvSpPr/>
          <p:nvPr/>
        </p:nvSpPr>
        <p:spPr>
          <a:xfrm>
            <a:off x="485717" y="5939011"/>
            <a:ext cx="3690451" cy="933450"/>
          </a:xfrm>
          <a:custGeom>
            <a:avLst/>
            <a:gdLst/>
            <a:ahLst/>
            <a:cxnLst/>
            <a:rect l="l" t="t" r="r" b="b"/>
            <a:pathLst>
              <a:path w="5591" h="588" extrusionOk="0">
                <a:moveTo>
                  <a:pt x="0" y="0"/>
                </a:moveTo>
                <a:lnTo>
                  <a:pt x="5591" y="585"/>
                </a:lnTo>
                <a:lnTo>
                  <a:pt x="4415" y="588"/>
                </a:lnTo>
                <a:lnTo>
                  <a:pt x="12" y="4"/>
                </a:lnTo>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84" name="Google Shape;84;p79"/>
          <p:cNvSpPr/>
          <p:nvPr/>
        </p:nvSpPr>
        <p:spPr>
          <a:xfrm>
            <a:off x="-6042" y="5791253"/>
            <a:ext cx="3402314" cy="1080868"/>
          </a:xfrm>
          <a:prstGeom prst="rtTriangle">
            <a:avLst/>
          </a:prstGeom>
          <a:blipFill rotWithShape="1">
            <a:blip r:embed="rId2">
              <a:alphaModFix amt="50000"/>
            </a:blip>
            <a:tile tx="0" ty="0" sx="50000" sy="50000" flip="none" algn="t"/>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cxnSp>
        <p:nvCxnSpPr>
          <p:cNvPr id="85" name="Google Shape;85;p79"/>
          <p:cNvCxnSpPr/>
          <p:nvPr/>
        </p:nvCxnSpPr>
        <p:spPr>
          <a:xfrm>
            <a:off x="-9237" y="5787738"/>
            <a:ext cx="3405509" cy="1084383"/>
          </a:xfrm>
          <a:prstGeom prst="straightConnector1">
            <a:avLst/>
          </a:prstGeom>
          <a:noFill/>
          <a:ln w="12050" cap="flat" cmpd="sng">
            <a:solidFill>
              <a:srgbClr val="93C5D8"/>
            </a:solidFill>
            <a:prstDash val="solid"/>
            <a:miter lim="800000"/>
            <a:headEnd type="none" w="sm" len="sm"/>
            <a:tailEnd type="none" w="sm" len="sm"/>
          </a:ln>
        </p:spPr>
      </p:cxnSp>
      <p:sp>
        <p:nvSpPr>
          <p:cNvPr id="86" name="Google Shape;86;p79"/>
          <p:cNvSpPr/>
          <p:nvPr/>
        </p:nvSpPr>
        <p:spPr>
          <a:xfrm>
            <a:off x="8664112" y="4988440"/>
            <a:ext cx="182880" cy="228600"/>
          </a:xfrm>
          <a:prstGeom prst="chevron">
            <a:avLst>
              <a:gd name="adj" fmla="val 50000"/>
            </a:avLst>
          </a:prstGeom>
          <a:gradFill>
            <a:gsLst>
              <a:gs pos="0">
                <a:srgbClr val="1488A5"/>
              </a:gs>
              <a:gs pos="72000">
                <a:srgbClr val="4DB7DA"/>
              </a:gs>
              <a:gs pos="100000">
                <a:srgbClr val="7CC2DD"/>
              </a:gs>
            </a:gsLst>
            <a:lin ang="16200000" scaled="0"/>
          </a:gradFill>
          <a:ln w="9525" cap="rnd" cmpd="sng">
            <a:solidFill>
              <a:srgbClr val="20768B"/>
            </a:solidFill>
            <a:prstDash val="solid"/>
            <a:round/>
            <a:headEnd type="none" w="sm" len="sm"/>
            <a:tailEnd type="none" w="sm" len="sm"/>
          </a:ln>
          <a:effectLst>
            <a:outerShdw blurRad="50800" dist="25400" dir="5400000">
              <a:srgbClr val="000000">
                <a:alpha val="45882"/>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
        <p:nvSpPr>
          <p:cNvPr id="87" name="Google Shape;87;p79"/>
          <p:cNvSpPr/>
          <p:nvPr/>
        </p:nvSpPr>
        <p:spPr>
          <a:xfrm>
            <a:off x="8477696" y="4988440"/>
            <a:ext cx="182880" cy="228600"/>
          </a:xfrm>
          <a:prstGeom prst="chevron">
            <a:avLst>
              <a:gd name="adj" fmla="val 50000"/>
            </a:avLst>
          </a:prstGeom>
          <a:gradFill>
            <a:gsLst>
              <a:gs pos="0">
                <a:srgbClr val="1488A5"/>
              </a:gs>
              <a:gs pos="72000">
                <a:srgbClr val="4DB7DA"/>
              </a:gs>
              <a:gs pos="100000">
                <a:srgbClr val="7CC2DD"/>
              </a:gs>
            </a:gsLst>
            <a:lin ang="16200000" scaled="0"/>
          </a:gradFill>
          <a:ln w="9525" cap="rnd" cmpd="sng">
            <a:solidFill>
              <a:srgbClr val="20768B"/>
            </a:solidFill>
            <a:prstDash val="solid"/>
            <a:round/>
            <a:headEnd type="none" w="sm" len="sm"/>
            <a:tailEnd type="none" w="sm" len="sm"/>
          </a:ln>
          <a:effectLst>
            <a:outerShdw blurRad="50800" dist="25400" dir="5400000">
              <a:srgbClr val="000000">
                <a:alpha val="45882"/>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Lucida Sans"/>
              <a:ea typeface="Lucida Sans"/>
              <a:cs typeface="Lucida Sans"/>
              <a:sym typeface="Lucida San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8"/>
        <p:cNvGrpSpPr/>
        <p:nvPr/>
      </p:nvGrpSpPr>
      <p:grpSpPr>
        <a:xfrm>
          <a:off x="0" y="0"/>
          <a:ext cx="0" cy="0"/>
          <a:chOff x="0" y="0"/>
          <a:chExt cx="0" cy="0"/>
        </a:xfrm>
      </p:grpSpPr>
      <p:sp>
        <p:nvSpPr>
          <p:cNvPr id="89" name="Google Shape;89;p8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80"/>
          <p:cNvSpPr txBox="1">
            <a:spLocks noGrp="1"/>
          </p:cNvSpPr>
          <p:nvPr>
            <p:ph type="body" idx="1"/>
          </p:nvPr>
        </p:nvSpPr>
        <p:spPr>
          <a:xfrm rot="5400000">
            <a:off x="2378965" y="-440435"/>
            <a:ext cx="4386071" cy="8229600"/>
          </a:xfrm>
          <a:prstGeom prst="rect">
            <a:avLst/>
          </a:prstGeom>
          <a:noFill/>
          <a:ln>
            <a:noFill/>
          </a:ln>
        </p:spPr>
        <p:txBody>
          <a:bodyPr spcFirstLastPara="1" wrap="square" lIns="91425" tIns="45700" rIns="91425" bIns="45700" anchor="t" anchorCtr="0">
            <a:normAutofit/>
          </a:bodyPr>
          <a:lstStyle>
            <a:lvl1pPr marL="457200" lvl="0" indent="-306324" algn="l">
              <a:spcBef>
                <a:spcPts val="400"/>
              </a:spcBef>
              <a:spcAft>
                <a:spcPts val="0"/>
              </a:spcAft>
              <a:buSzPts val="1224"/>
              <a:buChar char="🞂"/>
              <a:defRPr/>
            </a:lvl1pPr>
            <a:lvl2pPr marL="914400" lvl="1" indent="-342900" algn="l">
              <a:spcBef>
                <a:spcPts val="324"/>
              </a:spcBef>
              <a:spcAft>
                <a:spcPts val="0"/>
              </a:spcAft>
              <a:buSzPts val="1800"/>
              <a:buChar char="◦"/>
              <a:defRPr/>
            </a:lvl2pPr>
            <a:lvl3pPr marL="1371600" lvl="2" indent="-342900" algn="l">
              <a:spcBef>
                <a:spcPts val="350"/>
              </a:spcBef>
              <a:spcAft>
                <a:spcPts val="0"/>
              </a:spcAft>
              <a:buSzPts val="1800"/>
              <a:buChar char="●"/>
              <a:defRPr/>
            </a:lvl3pPr>
            <a:lvl4pPr marL="1828800" lvl="3" indent="-342900" algn="l">
              <a:spcBef>
                <a:spcPts val="350"/>
              </a:spcBef>
              <a:spcAft>
                <a:spcPts val="0"/>
              </a:spcAft>
              <a:buSzPts val="1800"/>
              <a:buChar char="●"/>
              <a:defRPr/>
            </a:lvl4pPr>
            <a:lvl5pPr marL="2286000" lvl="4" indent="-342900" algn="l">
              <a:spcBef>
                <a:spcPts val="350"/>
              </a:spcBef>
              <a:spcAft>
                <a:spcPts val="0"/>
              </a:spcAft>
              <a:buSzPts val="1800"/>
              <a:buChar char="●"/>
              <a:defRPr/>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91" name="Google Shape;91;p80"/>
          <p:cNvSpPr txBox="1">
            <a:spLocks noGrp="1"/>
          </p:cNvSpPr>
          <p:nvPr>
            <p:ph type="dt" idx="10"/>
          </p:nvPr>
        </p:nvSpPr>
        <p:spPr>
          <a:xfrm>
            <a:off x="6727032" y="6407944"/>
            <a:ext cx="192024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80"/>
          <p:cNvSpPr txBox="1">
            <a:spLocks noGrp="1"/>
          </p:cNvSpPr>
          <p:nvPr>
            <p:ph type="ftr" idx="11"/>
          </p:nvPr>
        </p:nvSpPr>
        <p:spPr>
          <a:xfrm>
            <a:off x="4380072" y="6407944"/>
            <a:ext cx="235068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80"/>
          <p:cNvSpPr txBox="1">
            <a:spLocks noGrp="1"/>
          </p:cNvSpPr>
          <p:nvPr>
            <p:ph type="sldNum" idx="12"/>
          </p:nvPr>
        </p:nvSpPr>
        <p:spPr>
          <a:xfrm>
            <a:off x="8647272" y="6407944"/>
            <a:ext cx="36576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4"/>
        <p:cNvGrpSpPr/>
        <p:nvPr/>
      </p:nvGrpSpPr>
      <p:grpSpPr>
        <a:xfrm>
          <a:off x="0" y="0"/>
          <a:ext cx="0" cy="0"/>
          <a:chOff x="0" y="0"/>
          <a:chExt cx="0" cy="0"/>
        </a:xfrm>
      </p:grpSpPr>
      <p:sp>
        <p:nvSpPr>
          <p:cNvPr id="95" name="Google Shape;95;p81"/>
          <p:cNvSpPr txBox="1">
            <a:spLocks noGrp="1"/>
          </p:cNvSpPr>
          <p:nvPr>
            <p:ph type="title"/>
          </p:nvPr>
        </p:nvSpPr>
        <p:spPr>
          <a:xfrm rot="5400000">
            <a:off x="4936367" y="2182286"/>
            <a:ext cx="5592761" cy="177747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81"/>
          <p:cNvSpPr txBox="1">
            <a:spLocks noGrp="1"/>
          </p:cNvSpPr>
          <p:nvPr>
            <p:ph type="body" idx="1"/>
          </p:nvPr>
        </p:nvSpPr>
        <p:spPr>
          <a:xfrm rot="5400000">
            <a:off x="823120" y="-91279"/>
            <a:ext cx="5592760" cy="6324600"/>
          </a:xfrm>
          <a:prstGeom prst="rect">
            <a:avLst/>
          </a:prstGeom>
          <a:noFill/>
          <a:ln>
            <a:noFill/>
          </a:ln>
        </p:spPr>
        <p:txBody>
          <a:bodyPr spcFirstLastPara="1" wrap="square" lIns="91425" tIns="45700" rIns="91425" bIns="45700" anchor="t" anchorCtr="0">
            <a:normAutofit/>
          </a:bodyPr>
          <a:lstStyle>
            <a:lvl1pPr marL="457200" lvl="0" indent="-306324" algn="l">
              <a:spcBef>
                <a:spcPts val="400"/>
              </a:spcBef>
              <a:spcAft>
                <a:spcPts val="0"/>
              </a:spcAft>
              <a:buSzPts val="1224"/>
              <a:buChar char="🞂"/>
              <a:defRPr/>
            </a:lvl1pPr>
            <a:lvl2pPr marL="914400" lvl="1" indent="-342900" algn="l">
              <a:spcBef>
                <a:spcPts val="324"/>
              </a:spcBef>
              <a:spcAft>
                <a:spcPts val="0"/>
              </a:spcAft>
              <a:buSzPts val="1800"/>
              <a:buChar char="◦"/>
              <a:defRPr/>
            </a:lvl2pPr>
            <a:lvl3pPr marL="1371600" lvl="2" indent="-342900" algn="l">
              <a:spcBef>
                <a:spcPts val="350"/>
              </a:spcBef>
              <a:spcAft>
                <a:spcPts val="0"/>
              </a:spcAft>
              <a:buSzPts val="1800"/>
              <a:buChar char="●"/>
              <a:defRPr/>
            </a:lvl3pPr>
            <a:lvl4pPr marL="1828800" lvl="3" indent="-342900" algn="l">
              <a:spcBef>
                <a:spcPts val="350"/>
              </a:spcBef>
              <a:spcAft>
                <a:spcPts val="0"/>
              </a:spcAft>
              <a:buSzPts val="1800"/>
              <a:buChar char="●"/>
              <a:defRPr/>
            </a:lvl4pPr>
            <a:lvl5pPr marL="2286000" lvl="4" indent="-342900" algn="l">
              <a:spcBef>
                <a:spcPts val="350"/>
              </a:spcBef>
              <a:spcAft>
                <a:spcPts val="0"/>
              </a:spcAft>
              <a:buSzPts val="1800"/>
              <a:buChar char="●"/>
              <a:defRPr/>
            </a:lvl5pPr>
            <a:lvl6pPr marL="2743200" lvl="5" indent="-342900" algn="l">
              <a:spcBef>
                <a:spcPts val="350"/>
              </a:spcBef>
              <a:spcAft>
                <a:spcPts val="0"/>
              </a:spcAft>
              <a:buSzPts val="1800"/>
              <a:buChar char="■"/>
              <a:defRPr/>
            </a:lvl6pPr>
            <a:lvl7pPr marL="3200400" lvl="6" indent="-342900" algn="l">
              <a:spcBef>
                <a:spcPts val="350"/>
              </a:spcBef>
              <a:spcAft>
                <a:spcPts val="0"/>
              </a:spcAft>
              <a:buSzPts val="1800"/>
              <a:buChar char="■"/>
              <a:defRPr/>
            </a:lvl7pPr>
            <a:lvl8pPr marL="3657600" lvl="7" indent="-342900" algn="l">
              <a:spcBef>
                <a:spcPts val="350"/>
              </a:spcBef>
              <a:spcAft>
                <a:spcPts val="0"/>
              </a:spcAft>
              <a:buSzPts val="1800"/>
              <a:buChar char="■"/>
              <a:defRPr/>
            </a:lvl8pPr>
            <a:lvl9pPr marL="4114800" lvl="8" indent="-342900" algn="l">
              <a:spcBef>
                <a:spcPts val="350"/>
              </a:spcBef>
              <a:spcAft>
                <a:spcPts val="0"/>
              </a:spcAft>
              <a:buSzPts val="1800"/>
              <a:buChar char="■"/>
              <a:defRPr/>
            </a:lvl9pPr>
          </a:lstStyle>
          <a:p>
            <a:endParaRPr/>
          </a:p>
        </p:txBody>
      </p:sp>
      <p:sp>
        <p:nvSpPr>
          <p:cNvPr id="97" name="Google Shape;97;p81"/>
          <p:cNvSpPr txBox="1">
            <a:spLocks noGrp="1"/>
          </p:cNvSpPr>
          <p:nvPr>
            <p:ph type="dt" idx="10"/>
          </p:nvPr>
        </p:nvSpPr>
        <p:spPr>
          <a:xfrm>
            <a:off x="6727032" y="6407944"/>
            <a:ext cx="1920240" cy="36576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81"/>
          <p:cNvSpPr txBox="1">
            <a:spLocks noGrp="1"/>
          </p:cNvSpPr>
          <p:nvPr>
            <p:ph type="ftr" idx="11"/>
          </p:nvPr>
        </p:nvSpPr>
        <p:spPr>
          <a:xfrm>
            <a:off x="4380072" y="6407944"/>
            <a:ext cx="2350681" cy="365125"/>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81"/>
          <p:cNvSpPr txBox="1">
            <a:spLocks noGrp="1"/>
          </p:cNvSpPr>
          <p:nvPr>
            <p:ph type="sldNum" idx="12"/>
          </p:nvPr>
        </p:nvSpPr>
        <p:spPr>
          <a:xfrm>
            <a:off x="8647272" y="6407944"/>
            <a:ext cx="365760" cy="365125"/>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70"/>
          <p:cNvSpPr/>
          <p:nvPr/>
        </p:nvSpPr>
        <p:spPr>
          <a:xfrm>
            <a:off x="499273" y="5944936"/>
            <a:ext cx="4940624" cy="921076"/>
          </a:xfrm>
          <a:custGeom>
            <a:avLst/>
            <a:gdLst/>
            <a:ahLst/>
            <a:cxnLst/>
            <a:rect l="l" t="t" r="r" b="b"/>
            <a:pathLst>
              <a:path w="7485" h="337" extrusionOk="0">
                <a:moveTo>
                  <a:pt x="0" y="2"/>
                </a:moveTo>
                <a:lnTo>
                  <a:pt x="7485" y="337"/>
                </a:lnTo>
                <a:lnTo>
                  <a:pt x="5558" y="337"/>
                </a:lnTo>
                <a:lnTo>
                  <a:pt x="1" y="0"/>
                </a:lnTo>
              </a:path>
            </a:pathLst>
          </a:custGeom>
          <a:solidFill>
            <a:srgbClr val="9CCADC">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7" name="Google Shape;7;p70"/>
          <p:cNvSpPr/>
          <p:nvPr/>
        </p:nvSpPr>
        <p:spPr>
          <a:xfrm>
            <a:off x="485717" y="5939011"/>
            <a:ext cx="3690451" cy="933450"/>
          </a:xfrm>
          <a:custGeom>
            <a:avLst/>
            <a:gdLst/>
            <a:ahLst/>
            <a:cxnLst/>
            <a:rect l="l" t="t" r="r" b="b"/>
            <a:pathLst>
              <a:path w="5591" h="588" extrusionOk="0">
                <a:moveTo>
                  <a:pt x="0" y="0"/>
                </a:moveTo>
                <a:lnTo>
                  <a:pt x="5591" y="585"/>
                </a:lnTo>
                <a:lnTo>
                  <a:pt x="4415" y="588"/>
                </a:lnTo>
                <a:lnTo>
                  <a:pt x="12" y="4"/>
                </a:lnTo>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Lucida Sans"/>
              <a:ea typeface="Lucida Sans"/>
              <a:cs typeface="Lucida Sans"/>
              <a:sym typeface="Lucida Sans"/>
            </a:endParaRPr>
          </a:p>
        </p:txBody>
      </p:sp>
      <p:sp>
        <p:nvSpPr>
          <p:cNvPr id="8" name="Google Shape;8;p70"/>
          <p:cNvSpPr/>
          <p:nvPr/>
        </p:nvSpPr>
        <p:spPr>
          <a:xfrm>
            <a:off x="-6042" y="5791253"/>
            <a:ext cx="3402314" cy="1080868"/>
          </a:xfrm>
          <a:prstGeom prst="rtTriangle">
            <a:avLst/>
          </a:prstGeom>
          <a:blipFill rotWithShape="1">
            <a:blip r:embed="rId13">
              <a:alphaModFix amt="50000"/>
            </a:blip>
            <a:tile tx="0" ty="0" sx="50000" sy="50000" flip="none" algn="t"/>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ucida Sans"/>
              <a:ea typeface="Lucida Sans"/>
              <a:cs typeface="Lucida Sans"/>
              <a:sym typeface="Lucida Sans"/>
            </a:endParaRPr>
          </a:p>
        </p:txBody>
      </p:sp>
      <p:cxnSp>
        <p:nvCxnSpPr>
          <p:cNvPr id="9" name="Google Shape;9;p70"/>
          <p:cNvCxnSpPr/>
          <p:nvPr/>
        </p:nvCxnSpPr>
        <p:spPr>
          <a:xfrm>
            <a:off x="-9237" y="5787738"/>
            <a:ext cx="3405509" cy="1084383"/>
          </a:xfrm>
          <a:prstGeom prst="straightConnector1">
            <a:avLst/>
          </a:prstGeom>
          <a:noFill/>
          <a:ln w="12050" cap="flat" cmpd="sng">
            <a:solidFill>
              <a:srgbClr val="93C5D8"/>
            </a:solidFill>
            <a:prstDash val="solid"/>
            <a:miter lim="800000"/>
            <a:headEnd type="none" w="sm" len="sm"/>
            <a:tailEnd type="none" w="sm" len="sm"/>
          </a:ln>
        </p:spPr>
      </p:cxnSp>
      <p:sp>
        <p:nvSpPr>
          <p:cNvPr id="10" name="Google Shape;10;p7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chemeClr val="dk2"/>
              </a:buClr>
              <a:buSzPts val="4100"/>
              <a:buFont typeface="Lucida Sans"/>
              <a:buNone/>
              <a:defRPr sz="4100" b="1" i="0" u="none" strike="noStrike" cap="none">
                <a:solidFill>
                  <a:schemeClr val="dk2"/>
                </a:solidFill>
                <a:latin typeface="Lucida Sans"/>
                <a:ea typeface="Lucida Sans"/>
                <a:cs typeface="Lucida Sans"/>
                <a:sym typeface="Lucida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70"/>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rmAutofit/>
          </a:bodyPr>
          <a:lstStyle>
            <a:lvl1pPr marL="457200" marR="0" lvl="0" indent="-345186" algn="l" rtl="0">
              <a:spcBef>
                <a:spcPts val="400"/>
              </a:spcBef>
              <a:spcAft>
                <a:spcPts val="0"/>
              </a:spcAft>
              <a:buClr>
                <a:schemeClr val="accent1"/>
              </a:buClr>
              <a:buSzPts val="1836"/>
              <a:buFont typeface="Noto Sans Symbols"/>
              <a:buChar char="🞂"/>
              <a:defRPr sz="2700" b="0" i="0" u="none" strike="noStrike" cap="none">
                <a:solidFill>
                  <a:schemeClr val="dk1"/>
                </a:solidFill>
                <a:latin typeface="Lucida Sans"/>
                <a:ea typeface="Lucida Sans"/>
                <a:cs typeface="Lucida Sans"/>
                <a:sym typeface="Lucida Sans"/>
              </a:defRPr>
            </a:lvl1pPr>
            <a:lvl2pPr marL="914400" marR="0" lvl="1" indent="-374650" algn="l" rtl="0">
              <a:spcBef>
                <a:spcPts val="324"/>
              </a:spcBef>
              <a:spcAft>
                <a:spcPts val="0"/>
              </a:spcAft>
              <a:buClr>
                <a:schemeClr val="accent1"/>
              </a:buClr>
              <a:buSzPts val="2300"/>
              <a:buFont typeface="Verdana"/>
              <a:buChar char="◦"/>
              <a:defRPr sz="2300" b="0" i="0" u="none" strike="noStrike" cap="none">
                <a:solidFill>
                  <a:schemeClr val="dk1"/>
                </a:solidFill>
                <a:latin typeface="Lucida Sans"/>
                <a:ea typeface="Lucida Sans"/>
                <a:cs typeface="Lucida Sans"/>
                <a:sym typeface="Lucida Sans"/>
              </a:defRPr>
            </a:lvl2pPr>
            <a:lvl3pPr marL="1371600" marR="0" lvl="2" indent="-361950" algn="l" rtl="0">
              <a:spcBef>
                <a:spcPts val="350"/>
              </a:spcBef>
              <a:spcAft>
                <a:spcPts val="0"/>
              </a:spcAft>
              <a:buClr>
                <a:schemeClr val="accent2"/>
              </a:buClr>
              <a:buSzPts val="2100"/>
              <a:buFont typeface="Noto Sans Symbols"/>
              <a:buChar char="●"/>
              <a:defRPr sz="2100" b="0" i="0" u="none" strike="noStrike" cap="none">
                <a:solidFill>
                  <a:schemeClr val="dk1"/>
                </a:solidFill>
                <a:latin typeface="Lucida Sans"/>
                <a:ea typeface="Lucida Sans"/>
                <a:cs typeface="Lucida Sans"/>
                <a:sym typeface="Lucida Sans"/>
              </a:defRPr>
            </a:lvl3pPr>
            <a:lvl4pPr marL="1828800" marR="0" lvl="3" indent="-349250" algn="l" rtl="0">
              <a:spcBef>
                <a:spcPts val="350"/>
              </a:spcBef>
              <a:spcAft>
                <a:spcPts val="0"/>
              </a:spcAft>
              <a:buClr>
                <a:schemeClr val="accent2"/>
              </a:buClr>
              <a:buSzPts val="1900"/>
              <a:buFont typeface="Noto Sans Symbols"/>
              <a:buChar char="●"/>
              <a:defRPr sz="1900" b="0" i="0" u="none" strike="noStrike" cap="none">
                <a:solidFill>
                  <a:schemeClr val="dk1"/>
                </a:solidFill>
                <a:latin typeface="Lucida Sans"/>
                <a:ea typeface="Lucida Sans"/>
                <a:cs typeface="Lucida Sans"/>
                <a:sym typeface="Lucida Sans"/>
              </a:defRPr>
            </a:lvl4pPr>
            <a:lvl5pPr marL="2286000" marR="0" lvl="4" indent="-342900" algn="l" rtl="0">
              <a:spcBef>
                <a:spcPts val="350"/>
              </a:spcBef>
              <a:spcAft>
                <a:spcPts val="0"/>
              </a:spcAft>
              <a:buClr>
                <a:schemeClr val="accent2"/>
              </a:buClr>
              <a:buSzPts val="1800"/>
              <a:buFont typeface="Noto Sans Symbols"/>
              <a:buChar char="●"/>
              <a:defRPr sz="1800" b="0" i="0" u="none" strike="noStrike" cap="none">
                <a:solidFill>
                  <a:schemeClr val="dk1"/>
                </a:solidFill>
                <a:latin typeface="Lucida Sans"/>
                <a:ea typeface="Lucida Sans"/>
                <a:cs typeface="Lucida Sans"/>
                <a:sym typeface="Lucida Sans"/>
              </a:defRPr>
            </a:lvl5pPr>
            <a:lvl6pPr marL="2743200" marR="0" lvl="5" indent="-342900" algn="l" rtl="0">
              <a:spcBef>
                <a:spcPts val="350"/>
              </a:spcBef>
              <a:spcAft>
                <a:spcPts val="0"/>
              </a:spcAft>
              <a:buClr>
                <a:schemeClr val="accent3"/>
              </a:buClr>
              <a:buSzPts val="1800"/>
              <a:buFont typeface="Noto Sans Symbols"/>
              <a:buChar char="■"/>
              <a:defRPr sz="1800" b="0" i="0" u="none" strike="noStrike" cap="none">
                <a:solidFill>
                  <a:schemeClr val="dk1"/>
                </a:solidFill>
                <a:latin typeface="Lucida Sans"/>
                <a:ea typeface="Lucida Sans"/>
                <a:cs typeface="Lucida Sans"/>
                <a:sym typeface="Lucida Sans"/>
              </a:defRPr>
            </a:lvl6pPr>
            <a:lvl7pPr marL="3200400" marR="0" lvl="6" indent="-330200" algn="l" rtl="0">
              <a:spcBef>
                <a:spcPts val="350"/>
              </a:spcBef>
              <a:spcAft>
                <a:spcPts val="0"/>
              </a:spcAft>
              <a:buClr>
                <a:schemeClr val="accent3"/>
              </a:buClr>
              <a:buSzPts val="1600"/>
              <a:buFont typeface="Noto Sans Symbols"/>
              <a:buChar char="■"/>
              <a:defRPr sz="1600" b="0" i="0" u="none" strike="noStrike" cap="none">
                <a:solidFill>
                  <a:schemeClr val="dk1"/>
                </a:solidFill>
                <a:latin typeface="Lucida Sans"/>
                <a:ea typeface="Lucida Sans"/>
                <a:cs typeface="Lucida Sans"/>
                <a:sym typeface="Lucida Sans"/>
              </a:defRPr>
            </a:lvl7pPr>
            <a:lvl8pPr marL="3657600" marR="0" lvl="7" indent="-330200" algn="l" rtl="0">
              <a:spcBef>
                <a:spcPts val="350"/>
              </a:spcBef>
              <a:spcAft>
                <a:spcPts val="0"/>
              </a:spcAft>
              <a:buClr>
                <a:schemeClr val="accent3"/>
              </a:buClr>
              <a:buSzPts val="1600"/>
              <a:buFont typeface="Noto Sans Symbols"/>
              <a:buChar char="■"/>
              <a:defRPr sz="1600" b="0" i="0" u="none" strike="noStrike" cap="none">
                <a:solidFill>
                  <a:schemeClr val="dk1"/>
                </a:solidFill>
                <a:latin typeface="Lucida Sans"/>
                <a:ea typeface="Lucida Sans"/>
                <a:cs typeface="Lucida Sans"/>
                <a:sym typeface="Lucida Sans"/>
              </a:defRPr>
            </a:lvl8pPr>
            <a:lvl9pPr marL="4114800" marR="0" lvl="8" indent="-330200" algn="l" rtl="0">
              <a:spcBef>
                <a:spcPts val="350"/>
              </a:spcBef>
              <a:spcAft>
                <a:spcPts val="0"/>
              </a:spcAft>
              <a:buClr>
                <a:schemeClr val="accent3"/>
              </a:buClr>
              <a:buSzPts val="1600"/>
              <a:buFont typeface="Noto Sans Symbols"/>
              <a:buChar char="■"/>
              <a:defRPr sz="1600" b="0" i="0" u="none" strike="noStrike" cap="none">
                <a:solidFill>
                  <a:schemeClr val="dk1"/>
                </a:solidFill>
                <a:latin typeface="Lucida Sans"/>
                <a:ea typeface="Lucida Sans"/>
                <a:cs typeface="Lucida Sans"/>
                <a:sym typeface="Lucida Sans"/>
              </a:defRPr>
            </a:lvl9pPr>
          </a:lstStyle>
          <a:p>
            <a:endParaRPr/>
          </a:p>
        </p:txBody>
      </p:sp>
      <p:sp>
        <p:nvSpPr>
          <p:cNvPr id="12" name="Google Shape;12;p70"/>
          <p:cNvSpPr txBox="1">
            <a:spLocks noGrp="1"/>
          </p:cNvSpPr>
          <p:nvPr>
            <p:ph type="dt" idx="10"/>
          </p:nvPr>
        </p:nvSpPr>
        <p:spPr>
          <a:xfrm>
            <a:off x="6727032" y="6407944"/>
            <a:ext cx="1920240" cy="36576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000">
                <a:solidFill>
                  <a:schemeClr val="dk1"/>
                </a:solidFill>
                <a:latin typeface="Lucida Sans"/>
                <a:ea typeface="Lucida Sans"/>
                <a:cs typeface="Lucida Sans"/>
                <a:sym typeface="Lucida Sans"/>
              </a:defRPr>
            </a:lvl1pPr>
            <a:lvl2pPr marR="0" lvl="1"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2pPr>
            <a:lvl3pPr marR="0" lvl="2"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3pPr>
            <a:lvl4pPr marR="0" lvl="3"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4pPr>
            <a:lvl5pPr marR="0" lvl="4"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5pPr>
            <a:lvl6pPr marR="0" lvl="5"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6pPr>
            <a:lvl7pPr marR="0" lvl="6"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7pPr>
            <a:lvl8pPr marR="0" lvl="7"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8pPr>
            <a:lvl9pPr marR="0" lvl="8"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9pPr>
          </a:lstStyle>
          <a:p>
            <a:endParaRPr/>
          </a:p>
        </p:txBody>
      </p:sp>
      <p:sp>
        <p:nvSpPr>
          <p:cNvPr id="13" name="Google Shape;13;p70"/>
          <p:cNvSpPr txBox="1">
            <a:spLocks noGrp="1"/>
          </p:cNvSpPr>
          <p:nvPr>
            <p:ph type="ftr" idx="11"/>
          </p:nvPr>
        </p:nvSpPr>
        <p:spPr>
          <a:xfrm>
            <a:off x="4380072" y="6407944"/>
            <a:ext cx="2350681" cy="365125"/>
          </a:xfrm>
          <a:prstGeom prst="rect">
            <a:avLst/>
          </a:prstGeom>
          <a:noFill/>
          <a:ln>
            <a:noFill/>
          </a:ln>
        </p:spPr>
        <p:txBody>
          <a:bodyPr spcFirstLastPara="1" wrap="square" lIns="91425" tIns="45700" rIns="91425" bIns="45700" anchor="b" anchorCtr="0">
            <a:noAutofit/>
          </a:bodyPr>
          <a:lstStyle>
            <a:lvl1pPr marR="0" lvl="0" algn="r" rtl="0">
              <a:spcBef>
                <a:spcPts val="0"/>
              </a:spcBef>
              <a:spcAft>
                <a:spcPts val="0"/>
              </a:spcAft>
              <a:buSzPts val="1400"/>
              <a:buNone/>
              <a:defRPr sz="1000">
                <a:solidFill>
                  <a:schemeClr val="dk1"/>
                </a:solidFill>
                <a:latin typeface="Lucida Sans"/>
                <a:ea typeface="Lucida Sans"/>
                <a:cs typeface="Lucida Sans"/>
                <a:sym typeface="Lucida Sans"/>
              </a:defRPr>
            </a:lvl1pPr>
            <a:lvl2pPr marR="0" lvl="1"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2pPr>
            <a:lvl3pPr marR="0" lvl="2"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3pPr>
            <a:lvl4pPr marR="0" lvl="3"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4pPr>
            <a:lvl5pPr marR="0" lvl="4"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5pPr>
            <a:lvl6pPr marR="0" lvl="5"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6pPr>
            <a:lvl7pPr marR="0" lvl="6"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7pPr>
            <a:lvl8pPr marR="0" lvl="7"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8pPr>
            <a:lvl9pPr marR="0" lvl="8" algn="l" rtl="0">
              <a:spcBef>
                <a:spcPts val="0"/>
              </a:spcBef>
              <a:spcAft>
                <a:spcPts val="0"/>
              </a:spcAft>
              <a:buSzPts val="1400"/>
              <a:buNone/>
              <a:defRPr sz="1800" b="0" i="0" u="none" strike="noStrike" cap="none">
                <a:solidFill>
                  <a:schemeClr val="dk1"/>
                </a:solidFill>
                <a:latin typeface="Lucida Sans"/>
                <a:ea typeface="Lucida Sans"/>
                <a:cs typeface="Lucida Sans"/>
                <a:sym typeface="Lucida Sans"/>
              </a:defRPr>
            </a:lvl9pPr>
          </a:lstStyle>
          <a:p>
            <a:endParaRPr/>
          </a:p>
        </p:txBody>
      </p:sp>
      <p:sp>
        <p:nvSpPr>
          <p:cNvPr id="14" name="Google Shape;14;p70"/>
          <p:cNvSpPr txBox="1">
            <a:spLocks noGrp="1"/>
          </p:cNvSpPr>
          <p:nvPr>
            <p:ph type="sldNum" idx="12"/>
          </p:nvPr>
        </p:nvSpPr>
        <p:spPr>
          <a:xfrm>
            <a:off x="8647272" y="6407944"/>
            <a:ext cx="365760" cy="365125"/>
          </a:xfrm>
          <a:prstGeom prst="rect">
            <a:avLst/>
          </a:prstGeom>
          <a:noFill/>
          <a:ln>
            <a:noFill/>
          </a:ln>
        </p:spPr>
        <p:txBody>
          <a:bodyPr spcFirstLastPara="1" wrap="square" lIns="91425" tIns="45700" rIns="91425" bIns="45700" anchor="b" anchorCtr="0">
            <a:noAutofit/>
          </a:bodyPr>
          <a:lstStyle>
            <a:lvl1pPr marL="0" marR="0" lvl="0" indent="0" algn="r" rtl="0">
              <a:spcBef>
                <a:spcPts val="0"/>
              </a:spcBef>
              <a:buNone/>
              <a:defRPr sz="1000" b="0" u="none">
                <a:solidFill>
                  <a:schemeClr val="dk1"/>
                </a:solidFill>
                <a:latin typeface="Lucida Sans"/>
                <a:ea typeface="Lucida Sans"/>
                <a:cs typeface="Lucida Sans"/>
                <a:sym typeface="Lucida Sans"/>
              </a:defRPr>
            </a:lvl1pPr>
            <a:lvl2pPr marL="0" marR="0" lvl="1" indent="0" algn="r" rtl="0">
              <a:spcBef>
                <a:spcPts val="0"/>
              </a:spcBef>
              <a:buNone/>
              <a:defRPr sz="1000" b="0" u="none">
                <a:solidFill>
                  <a:schemeClr val="dk1"/>
                </a:solidFill>
                <a:latin typeface="Lucida Sans"/>
                <a:ea typeface="Lucida Sans"/>
                <a:cs typeface="Lucida Sans"/>
                <a:sym typeface="Lucida Sans"/>
              </a:defRPr>
            </a:lvl2pPr>
            <a:lvl3pPr marL="0" marR="0" lvl="2" indent="0" algn="r" rtl="0">
              <a:spcBef>
                <a:spcPts val="0"/>
              </a:spcBef>
              <a:buNone/>
              <a:defRPr sz="1000" b="0" u="none">
                <a:solidFill>
                  <a:schemeClr val="dk1"/>
                </a:solidFill>
                <a:latin typeface="Lucida Sans"/>
                <a:ea typeface="Lucida Sans"/>
                <a:cs typeface="Lucida Sans"/>
                <a:sym typeface="Lucida Sans"/>
              </a:defRPr>
            </a:lvl3pPr>
            <a:lvl4pPr marL="0" marR="0" lvl="3" indent="0" algn="r" rtl="0">
              <a:spcBef>
                <a:spcPts val="0"/>
              </a:spcBef>
              <a:buNone/>
              <a:defRPr sz="1000" b="0" u="none">
                <a:solidFill>
                  <a:schemeClr val="dk1"/>
                </a:solidFill>
                <a:latin typeface="Lucida Sans"/>
                <a:ea typeface="Lucida Sans"/>
                <a:cs typeface="Lucida Sans"/>
                <a:sym typeface="Lucida Sans"/>
              </a:defRPr>
            </a:lvl4pPr>
            <a:lvl5pPr marL="0" marR="0" lvl="4" indent="0" algn="r" rtl="0">
              <a:spcBef>
                <a:spcPts val="0"/>
              </a:spcBef>
              <a:buNone/>
              <a:defRPr sz="1000" b="0" u="none">
                <a:solidFill>
                  <a:schemeClr val="dk1"/>
                </a:solidFill>
                <a:latin typeface="Lucida Sans"/>
                <a:ea typeface="Lucida Sans"/>
                <a:cs typeface="Lucida Sans"/>
                <a:sym typeface="Lucida Sans"/>
              </a:defRPr>
            </a:lvl5pPr>
            <a:lvl6pPr marL="0" marR="0" lvl="5" indent="0" algn="r" rtl="0">
              <a:spcBef>
                <a:spcPts val="0"/>
              </a:spcBef>
              <a:buNone/>
              <a:defRPr sz="1000" b="0" u="none">
                <a:solidFill>
                  <a:schemeClr val="dk1"/>
                </a:solidFill>
                <a:latin typeface="Lucida Sans"/>
                <a:ea typeface="Lucida Sans"/>
                <a:cs typeface="Lucida Sans"/>
                <a:sym typeface="Lucida Sans"/>
              </a:defRPr>
            </a:lvl6pPr>
            <a:lvl7pPr marL="0" marR="0" lvl="6" indent="0" algn="r" rtl="0">
              <a:spcBef>
                <a:spcPts val="0"/>
              </a:spcBef>
              <a:buNone/>
              <a:defRPr sz="1000" b="0" u="none">
                <a:solidFill>
                  <a:schemeClr val="dk1"/>
                </a:solidFill>
                <a:latin typeface="Lucida Sans"/>
                <a:ea typeface="Lucida Sans"/>
                <a:cs typeface="Lucida Sans"/>
                <a:sym typeface="Lucida Sans"/>
              </a:defRPr>
            </a:lvl7pPr>
            <a:lvl8pPr marL="0" marR="0" lvl="7" indent="0" algn="r" rtl="0">
              <a:spcBef>
                <a:spcPts val="0"/>
              </a:spcBef>
              <a:buNone/>
              <a:defRPr sz="1000" b="0" u="none">
                <a:solidFill>
                  <a:schemeClr val="dk1"/>
                </a:solidFill>
                <a:latin typeface="Lucida Sans"/>
                <a:ea typeface="Lucida Sans"/>
                <a:cs typeface="Lucida Sans"/>
                <a:sym typeface="Lucida Sans"/>
              </a:defRPr>
            </a:lvl8pPr>
            <a:lvl9pPr marL="0" marR="0" lvl="8" indent="0" algn="r" rtl="0">
              <a:spcBef>
                <a:spcPts val="0"/>
              </a:spcBef>
              <a:buNone/>
              <a:defRPr sz="1000" b="0" u="none">
                <a:solidFill>
                  <a:schemeClr val="dk1"/>
                </a:solidFill>
                <a:latin typeface="Lucida Sans"/>
                <a:ea typeface="Lucida Sans"/>
                <a:cs typeface="Lucida Sans"/>
                <a:sym typeface="Lucida Sans"/>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pic>
        <p:nvPicPr>
          <p:cNvPr id="15" name="Google Shape;15;p70" descr="File:C-DAC LogoTransp.png - Wikipedia"/>
          <p:cNvPicPr preferRelativeResize="0"/>
          <p:nvPr/>
        </p:nvPicPr>
        <p:blipFill rotWithShape="1">
          <a:blip r:embed="rId14">
            <a:alphaModFix/>
          </a:blip>
          <a:srcRect/>
          <a:stretch/>
        </p:blipFill>
        <p:spPr>
          <a:xfrm>
            <a:off x="7696200" y="40444"/>
            <a:ext cx="1388012" cy="759656"/>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
          <p:cNvSpPr txBox="1">
            <a:spLocks noGrp="1"/>
          </p:cNvSpPr>
          <p:nvPr>
            <p:ph type="ctrTitle"/>
          </p:nvPr>
        </p:nvSpPr>
        <p:spPr>
          <a:xfrm>
            <a:off x="609600" y="3505200"/>
            <a:ext cx="7772400" cy="2155825"/>
          </a:xfrm>
          <a:prstGeom prst="rect">
            <a:avLst/>
          </a:prstGeom>
          <a:noFill/>
          <a:ln>
            <a:noFill/>
          </a:ln>
        </p:spPr>
        <p:txBody>
          <a:bodyPr spcFirstLastPara="1" wrap="square" lIns="91425" tIns="45700" rIns="91425" bIns="45700" anchor="b" anchorCtr="0">
            <a:normAutofit/>
          </a:bodyPr>
          <a:lstStyle/>
          <a:p>
            <a:pPr marL="0" lvl="0" indent="0" algn="r" rtl="0">
              <a:spcBef>
                <a:spcPts val="0"/>
              </a:spcBef>
              <a:spcAft>
                <a:spcPts val="0"/>
              </a:spcAft>
              <a:buClr>
                <a:schemeClr val="dk2"/>
              </a:buClr>
              <a:buSzPts val="2800"/>
              <a:buFont typeface="Lucida Sans"/>
              <a:buNone/>
            </a:pPr>
            <a:r>
              <a:rPr lang="en-US" sz="2800"/>
              <a:t>Understanding BIG DATA AND HADOOP</a:t>
            </a:r>
            <a:r>
              <a:rPr lang="en-US"/>
              <a:t/>
            </a:r>
            <a:br>
              <a:rPr lang="en-US"/>
            </a:br>
            <a:r>
              <a:rPr lang="en-US" sz="2700" b="1"/>
              <a:t>By Priti Bhardwaj, Cdac Noida</a:t>
            </a:r>
            <a:br>
              <a:rPr lang="en-US" sz="2700" b="1"/>
            </a:br>
            <a:endParaRPr sz="2700" b="1"/>
          </a:p>
        </p:txBody>
      </p:sp>
      <p:pic>
        <p:nvPicPr>
          <p:cNvPr id="105" name="Google Shape;105;p1" descr="title.png"/>
          <p:cNvPicPr preferRelativeResize="0"/>
          <p:nvPr/>
        </p:nvPicPr>
        <p:blipFill rotWithShape="1">
          <a:blip r:embed="rId3">
            <a:alphaModFix/>
          </a:blip>
          <a:srcRect/>
          <a:stretch/>
        </p:blipFill>
        <p:spPr>
          <a:xfrm>
            <a:off x="304800" y="457200"/>
            <a:ext cx="6702778" cy="3810000"/>
          </a:xfrm>
          <a:prstGeom prst="rect">
            <a:avLst/>
          </a:prstGeom>
          <a:noFill/>
          <a:ln>
            <a:noFill/>
          </a:ln>
        </p:spPr>
      </p:pic>
      <p:pic>
        <p:nvPicPr>
          <p:cNvPr id="107" name="Google Shape;107;p1" descr="File:C-DAC LogoTransp.png - Wikipedia"/>
          <p:cNvPicPr preferRelativeResize="0"/>
          <p:nvPr/>
        </p:nvPicPr>
        <p:blipFill rotWithShape="1">
          <a:blip r:embed="rId4">
            <a:alphaModFix/>
          </a:blip>
          <a:srcRect/>
          <a:stretch/>
        </p:blipFill>
        <p:spPr>
          <a:xfrm>
            <a:off x="7696200" y="40444"/>
            <a:ext cx="1388012" cy="75965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pic>
        <p:nvPicPr>
          <p:cNvPr id="112" name="Google Shape;112;p2" descr="b1.png"/>
          <p:cNvPicPr preferRelativeResize="0">
            <a:picLocks noGrp="1"/>
          </p:cNvPicPr>
          <p:nvPr>
            <p:ph type="body" idx="1"/>
          </p:nvPr>
        </p:nvPicPr>
        <p:blipFill rotWithShape="1">
          <a:blip r:embed="rId3">
            <a:alphaModFix/>
          </a:blip>
          <a:srcRect/>
          <a:stretch/>
        </p:blipFill>
        <p:spPr>
          <a:xfrm>
            <a:off x="457200" y="1371600"/>
            <a:ext cx="8229600" cy="4953000"/>
          </a:xfrm>
          <a:prstGeom prst="rect">
            <a:avLst/>
          </a:prstGeom>
          <a:noFill/>
          <a:ln>
            <a:noFill/>
          </a:ln>
        </p:spPr>
      </p:pic>
      <p:sp>
        <p:nvSpPr>
          <p:cNvPr id="113" name="Google Shape;113;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3200"/>
              <a:buFont typeface="Arial"/>
              <a:buNone/>
            </a:pPr>
            <a:r>
              <a:rPr lang="en-US"/>
              <a:t>      What is big data</a:t>
            </a:r>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3200"/>
              <a:buFont typeface="Arial"/>
              <a:buNone/>
            </a:pPr>
            <a:r>
              <a:rPr lang="en-US"/>
              <a:t>    Unstructured data is exploding</a:t>
            </a:r>
            <a:endParaRPr/>
          </a:p>
        </p:txBody>
      </p:sp>
      <p:pic>
        <p:nvPicPr>
          <p:cNvPr id="119" name="Google Shape;119;p3" descr="unstructured data.png"/>
          <p:cNvPicPr preferRelativeResize="0">
            <a:picLocks noGrp="1"/>
          </p:cNvPicPr>
          <p:nvPr>
            <p:ph type="body" idx="1"/>
          </p:nvPr>
        </p:nvPicPr>
        <p:blipFill rotWithShape="1">
          <a:blip r:embed="rId3">
            <a:alphaModFix/>
          </a:blip>
          <a:srcRect/>
          <a:stretch/>
        </p:blipFill>
        <p:spPr>
          <a:xfrm>
            <a:off x="762000" y="1481138"/>
            <a:ext cx="7619999" cy="4525962"/>
          </a:xfrm>
          <a:prstGeom prst="rect">
            <a:avLst/>
          </a:prstGeom>
          <a:noFill/>
          <a:ln>
            <a:noFill/>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pic>
        <p:nvPicPr>
          <p:cNvPr id="124" name="Google Shape;124;p4" descr="b4.png"/>
          <p:cNvPicPr preferRelativeResize="0">
            <a:picLocks noGrp="1"/>
          </p:cNvPicPr>
          <p:nvPr>
            <p:ph type="body" idx="1"/>
          </p:nvPr>
        </p:nvPicPr>
        <p:blipFill rotWithShape="1">
          <a:blip r:embed="rId3">
            <a:alphaModFix/>
          </a:blip>
          <a:srcRect/>
          <a:stretch/>
        </p:blipFill>
        <p:spPr>
          <a:xfrm>
            <a:off x="457200" y="1676400"/>
            <a:ext cx="8229600" cy="4267200"/>
          </a:xfrm>
          <a:prstGeom prst="rect">
            <a:avLst/>
          </a:prstGeom>
          <a:noFill/>
          <a:ln>
            <a:noFill/>
          </a:ln>
        </p:spPr>
      </p:pic>
      <p:sp>
        <p:nvSpPr>
          <p:cNvPr id="125" name="Google Shape;125;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3200"/>
              <a:buFont typeface="Arial"/>
              <a:buNone/>
            </a:pPr>
            <a:r>
              <a:rPr lang="en-US"/>
              <a:t>    IBM Definition of big data</a:t>
            </a:r>
            <a:endParaRPr/>
          </a:p>
        </p:txBody>
      </p:sp>
      <p:sp>
        <p:nvSpPr>
          <p:cNvPr id="2" name="Rectangle 1"/>
          <p:cNvSpPr/>
          <p:nvPr/>
        </p:nvSpPr>
        <p:spPr>
          <a:xfrm>
            <a:off x="3264061" y="5752618"/>
            <a:ext cx="3264061" cy="7755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t>VALUE</a:t>
            </a:r>
            <a:endParaRPr lang="en-IN" sz="20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5"/>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360"/>
              <a:buNone/>
            </a:pPr>
            <a:r>
              <a:rPr lang="en-US" sz="2000"/>
              <a:t>Big Data could be of three types:</a:t>
            </a:r>
            <a:endParaRPr/>
          </a:p>
          <a:p>
            <a:pPr marL="365760" lvl="0" indent="-256032" algn="l" rtl="0">
              <a:spcBef>
                <a:spcPts val="400"/>
              </a:spcBef>
              <a:spcAft>
                <a:spcPts val="0"/>
              </a:spcAft>
              <a:buSzPts val="1360"/>
              <a:buChar char="🞂"/>
            </a:pPr>
            <a:r>
              <a:rPr lang="en-US" sz="2000"/>
              <a:t>Structured</a:t>
            </a:r>
            <a:endParaRPr/>
          </a:p>
          <a:p>
            <a:pPr marL="365760" lvl="0" indent="-256032" algn="l" rtl="0">
              <a:spcBef>
                <a:spcPts val="400"/>
              </a:spcBef>
              <a:spcAft>
                <a:spcPts val="0"/>
              </a:spcAft>
              <a:buSzPts val="1360"/>
              <a:buChar char="🞂"/>
            </a:pPr>
            <a:r>
              <a:rPr lang="en-US" sz="2000"/>
              <a:t>Semi-Structured</a:t>
            </a:r>
            <a:endParaRPr/>
          </a:p>
          <a:p>
            <a:pPr marL="365760" lvl="0" indent="-256032" algn="l" rtl="0">
              <a:spcBef>
                <a:spcPts val="400"/>
              </a:spcBef>
              <a:spcAft>
                <a:spcPts val="0"/>
              </a:spcAft>
              <a:buSzPts val="1360"/>
              <a:buChar char="🞂"/>
            </a:pPr>
            <a:r>
              <a:rPr lang="en-US" sz="2000"/>
              <a:t>Unstructured</a:t>
            </a:r>
            <a:endParaRPr/>
          </a:p>
          <a:p>
            <a:pPr marL="365760" lvl="0" indent="-139446" algn="l" rtl="0">
              <a:spcBef>
                <a:spcPts val="400"/>
              </a:spcBef>
              <a:spcAft>
                <a:spcPts val="0"/>
              </a:spcAft>
              <a:buSzPts val="1836"/>
              <a:buNone/>
            </a:pPr>
            <a:endParaRPr/>
          </a:p>
        </p:txBody>
      </p:sp>
      <p:sp>
        <p:nvSpPr>
          <p:cNvPr id="131" name="Google Shape;131;p5"/>
          <p:cNvSpPr txBox="1">
            <a:spLocks noGrp="1"/>
          </p:cNvSpPr>
          <p:nvPr>
            <p:ph type="title"/>
          </p:nvPr>
        </p:nvSpPr>
        <p:spPr>
          <a:xfrm>
            <a:off x="914400" y="304800"/>
            <a:ext cx="8229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3200"/>
              <a:buFont typeface="Arial"/>
              <a:buNone/>
            </a:pPr>
            <a:r>
              <a:rPr lang="en-US"/>
              <a:t>Types of Big Data</a:t>
            </a:r>
            <a:endParaRPr/>
          </a:p>
        </p:txBody>
      </p:sp>
      <p:pic>
        <p:nvPicPr>
          <p:cNvPr id="132" name="Google Shape;132;p5"/>
          <p:cNvPicPr preferRelativeResize="0"/>
          <p:nvPr/>
        </p:nvPicPr>
        <p:blipFill rotWithShape="1">
          <a:blip r:embed="rId3">
            <a:alphaModFix/>
          </a:blip>
          <a:srcRect/>
          <a:stretch/>
        </p:blipFill>
        <p:spPr>
          <a:xfrm>
            <a:off x="914400" y="4191000"/>
            <a:ext cx="7467600" cy="1304925"/>
          </a:xfrm>
          <a:prstGeom prst="rect">
            <a:avLst/>
          </a:prstGeom>
          <a:noFill/>
          <a:ln>
            <a:noFill/>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6"/>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rmAutofit fontScale="70000" lnSpcReduction="20000"/>
          </a:bodyPr>
          <a:lstStyle/>
          <a:p>
            <a:pPr marL="365760" lvl="0" indent="-256032" algn="l" rtl="0">
              <a:spcBef>
                <a:spcPts val="0"/>
              </a:spcBef>
              <a:spcAft>
                <a:spcPts val="0"/>
              </a:spcAft>
              <a:buSzPct val="68000"/>
              <a:buChar char="🞂"/>
            </a:pPr>
            <a:r>
              <a:rPr lang="en-US"/>
              <a:t>Walmart handles more than </a:t>
            </a:r>
            <a:r>
              <a:rPr lang="en-US" b="1"/>
              <a:t>1 million</a:t>
            </a:r>
            <a:r>
              <a:rPr lang="en-US"/>
              <a:t> customer transactions every hour.</a:t>
            </a:r>
            <a:endParaRPr/>
          </a:p>
          <a:p>
            <a:pPr marL="365760" lvl="0" indent="-256032" algn="l" rtl="0">
              <a:spcBef>
                <a:spcPts val="400"/>
              </a:spcBef>
              <a:spcAft>
                <a:spcPts val="0"/>
              </a:spcAft>
              <a:buSzPct val="68000"/>
              <a:buChar char="🞂"/>
            </a:pPr>
            <a:r>
              <a:rPr lang="en-US"/>
              <a:t>Facebook stores, accesses, and analyzes </a:t>
            </a:r>
            <a:r>
              <a:rPr lang="en-US" b="1"/>
              <a:t>30+ Petabytes</a:t>
            </a:r>
            <a:r>
              <a:rPr lang="en-US"/>
              <a:t> of user generated data.</a:t>
            </a:r>
            <a:endParaRPr/>
          </a:p>
          <a:p>
            <a:pPr marL="365760" lvl="0" indent="-256032" algn="l" rtl="0">
              <a:spcBef>
                <a:spcPts val="400"/>
              </a:spcBef>
              <a:spcAft>
                <a:spcPts val="0"/>
              </a:spcAft>
              <a:buSzPct val="68000"/>
              <a:buChar char="🞂"/>
            </a:pPr>
            <a:r>
              <a:rPr lang="en-US" b="1"/>
              <a:t>230+ millions</a:t>
            </a:r>
            <a:r>
              <a:rPr lang="en-US"/>
              <a:t> of tweets are created every day.</a:t>
            </a:r>
            <a:endParaRPr/>
          </a:p>
          <a:p>
            <a:pPr marL="365760" lvl="0" indent="-256032" algn="l" rtl="0">
              <a:spcBef>
                <a:spcPts val="400"/>
              </a:spcBef>
              <a:spcAft>
                <a:spcPts val="0"/>
              </a:spcAft>
              <a:buSzPct val="68000"/>
              <a:buChar char="🞂"/>
            </a:pPr>
            <a:r>
              <a:rPr lang="en-US"/>
              <a:t>More than </a:t>
            </a:r>
            <a:r>
              <a:rPr lang="en-US" b="1"/>
              <a:t>5 billion</a:t>
            </a:r>
            <a:r>
              <a:rPr lang="en-US"/>
              <a:t> people are calling, texting, tweeting and browsing on mobile phones worldwide.</a:t>
            </a:r>
            <a:endParaRPr/>
          </a:p>
          <a:p>
            <a:pPr marL="365760" lvl="0" indent="-256032" algn="l" rtl="0">
              <a:spcBef>
                <a:spcPts val="400"/>
              </a:spcBef>
              <a:spcAft>
                <a:spcPts val="0"/>
              </a:spcAft>
              <a:buSzPct val="68000"/>
              <a:buChar char="🞂"/>
            </a:pPr>
            <a:r>
              <a:rPr lang="en-US"/>
              <a:t>YouTube users upload </a:t>
            </a:r>
            <a:r>
              <a:rPr lang="en-US" b="1"/>
              <a:t>48 hours</a:t>
            </a:r>
            <a:r>
              <a:rPr lang="en-US"/>
              <a:t> of new video every minute of the day.</a:t>
            </a:r>
            <a:endParaRPr/>
          </a:p>
          <a:p>
            <a:pPr marL="365760" lvl="0" indent="-256032" algn="l" rtl="0">
              <a:spcBef>
                <a:spcPts val="400"/>
              </a:spcBef>
              <a:spcAft>
                <a:spcPts val="0"/>
              </a:spcAft>
              <a:buSzPct val="68000"/>
              <a:buChar char="🞂"/>
            </a:pPr>
            <a:r>
              <a:rPr lang="en-US"/>
              <a:t>Amazon handles </a:t>
            </a:r>
            <a:r>
              <a:rPr lang="en-US" b="1"/>
              <a:t>15 million</a:t>
            </a:r>
            <a:r>
              <a:rPr lang="en-US"/>
              <a:t> customer click stream user data per day to recommend products.</a:t>
            </a:r>
            <a:endParaRPr/>
          </a:p>
          <a:p>
            <a:pPr marL="365760" lvl="0" indent="-256032" algn="l" rtl="0">
              <a:spcBef>
                <a:spcPts val="400"/>
              </a:spcBef>
              <a:spcAft>
                <a:spcPts val="0"/>
              </a:spcAft>
              <a:buSzPct val="68000"/>
              <a:buChar char="🞂"/>
            </a:pPr>
            <a:r>
              <a:rPr lang="en-US" b="1"/>
              <a:t>294 billion</a:t>
            </a:r>
            <a:r>
              <a:rPr lang="en-US"/>
              <a:t> emails are sent every day. Services analyses this data to find the spams.</a:t>
            </a:r>
            <a:endParaRPr/>
          </a:p>
          <a:p>
            <a:pPr marL="365760" lvl="0" indent="-256032" algn="l" rtl="0">
              <a:spcBef>
                <a:spcPts val="400"/>
              </a:spcBef>
              <a:spcAft>
                <a:spcPts val="0"/>
              </a:spcAft>
              <a:buSzPct val="68000"/>
              <a:buChar char="🞂"/>
            </a:pPr>
            <a:r>
              <a:rPr lang="en-US"/>
              <a:t>Modern cars have close to </a:t>
            </a:r>
            <a:r>
              <a:rPr lang="en-US" b="1"/>
              <a:t>100 sensors</a:t>
            </a:r>
            <a:r>
              <a:rPr lang="en-US"/>
              <a:t> which monitors fuel level, tire pressure etc. , each vehicle generates a lot of sensor data.</a:t>
            </a:r>
            <a:endParaRPr/>
          </a:p>
          <a:p>
            <a:pPr marL="365760" lvl="0" indent="-174421" algn="l" rtl="0">
              <a:spcBef>
                <a:spcPts val="400"/>
              </a:spcBef>
              <a:spcAft>
                <a:spcPts val="0"/>
              </a:spcAft>
              <a:buSzPct val="68000"/>
              <a:buNone/>
            </a:pPr>
            <a:endParaRPr/>
          </a:p>
        </p:txBody>
      </p:sp>
      <p:sp>
        <p:nvSpPr>
          <p:cNvPr id="138" name="Google Shape;138;p6"/>
          <p:cNvSpPr txBox="1">
            <a:spLocks noGrp="1"/>
          </p:cNvSpPr>
          <p:nvPr>
            <p:ph type="title"/>
          </p:nvPr>
        </p:nvSpPr>
        <p:spPr>
          <a:xfrm>
            <a:off x="914400" y="457200"/>
            <a:ext cx="8229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3200"/>
              <a:buFont typeface="Arial"/>
              <a:buNone/>
            </a:pPr>
            <a:r>
              <a:rPr lang="en-US" b="1"/>
              <a:t>Examples of Big Data</a:t>
            </a:r>
            <a:br>
              <a:rPr lang="en-US" b="1"/>
            </a:br>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7"/>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1360"/>
              <a:buChar char="🞂"/>
            </a:pPr>
            <a:r>
              <a:rPr lang="en-US" sz="2000" dirty="0"/>
              <a:t>Data Quality</a:t>
            </a:r>
            <a:endParaRPr dirty="0"/>
          </a:p>
          <a:p>
            <a:pPr marL="365760" lvl="0" indent="-256032" algn="l" rtl="0">
              <a:spcBef>
                <a:spcPts val="400"/>
              </a:spcBef>
              <a:spcAft>
                <a:spcPts val="0"/>
              </a:spcAft>
              <a:buSzPts val="1360"/>
              <a:buChar char="🞂"/>
            </a:pPr>
            <a:r>
              <a:rPr lang="en-US" sz="2000" dirty="0"/>
              <a:t>Discovery </a:t>
            </a:r>
            <a:endParaRPr dirty="0"/>
          </a:p>
          <a:p>
            <a:pPr marL="365760" lvl="0" indent="-256032" algn="l" rtl="0">
              <a:spcBef>
                <a:spcPts val="400"/>
              </a:spcBef>
              <a:spcAft>
                <a:spcPts val="0"/>
              </a:spcAft>
              <a:buSzPts val="1360"/>
              <a:buChar char="🞂"/>
            </a:pPr>
            <a:r>
              <a:rPr lang="en-US" sz="2000" dirty="0"/>
              <a:t>Storage</a:t>
            </a:r>
            <a:endParaRPr dirty="0"/>
          </a:p>
          <a:p>
            <a:pPr marL="365760" lvl="0" indent="-256032" algn="l" rtl="0">
              <a:spcBef>
                <a:spcPts val="400"/>
              </a:spcBef>
              <a:spcAft>
                <a:spcPts val="0"/>
              </a:spcAft>
              <a:buSzPts val="1360"/>
              <a:buChar char="🞂"/>
            </a:pPr>
            <a:r>
              <a:rPr lang="en-US" sz="2000" dirty="0"/>
              <a:t>Analytics </a:t>
            </a:r>
            <a:endParaRPr dirty="0"/>
          </a:p>
          <a:p>
            <a:pPr marL="365760" lvl="0" indent="-256032" algn="l" rtl="0">
              <a:spcBef>
                <a:spcPts val="400"/>
              </a:spcBef>
              <a:spcAft>
                <a:spcPts val="0"/>
              </a:spcAft>
              <a:buSzPts val="1360"/>
              <a:buChar char="🞂"/>
            </a:pPr>
            <a:r>
              <a:rPr lang="en-US" sz="2000" dirty="0"/>
              <a:t>Security </a:t>
            </a:r>
            <a:endParaRPr dirty="0"/>
          </a:p>
          <a:p>
            <a:pPr marL="365760" lvl="0" indent="-256032" algn="l" rtl="0">
              <a:spcBef>
                <a:spcPts val="400"/>
              </a:spcBef>
              <a:spcAft>
                <a:spcPts val="0"/>
              </a:spcAft>
              <a:buSzPts val="1360"/>
              <a:buChar char="🞂"/>
            </a:pPr>
            <a:r>
              <a:rPr lang="en-US" sz="2000" dirty="0"/>
              <a:t>Lack of Talent</a:t>
            </a:r>
            <a:endParaRPr dirty="0"/>
          </a:p>
          <a:p>
            <a:pPr marL="365760" lvl="0" indent="-139446" algn="l" rtl="0">
              <a:spcBef>
                <a:spcPts val="400"/>
              </a:spcBef>
              <a:spcAft>
                <a:spcPts val="0"/>
              </a:spcAft>
              <a:buSzPts val="1836"/>
              <a:buNone/>
            </a:pPr>
            <a:endParaRPr dirty="0"/>
          </a:p>
        </p:txBody>
      </p:sp>
      <p:sp>
        <p:nvSpPr>
          <p:cNvPr id="144" name="Google Shape;144;p7"/>
          <p:cNvSpPr txBox="1">
            <a:spLocks noGrp="1"/>
          </p:cNvSpPr>
          <p:nvPr>
            <p:ph type="title"/>
          </p:nvPr>
        </p:nvSpPr>
        <p:spPr>
          <a:xfrm>
            <a:off x="914400" y="381000"/>
            <a:ext cx="8229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3200"/>
              <a:buFont typeface="Arial"/>
              <a:buNone/>
            </a:pPr>
            <a:r>
              <a:rPr lang="en-US"/>
              <a:t>Challenges with Big Data</a:t>
            </a:r>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8"/>
          <p:cNvSpPr txBox="1">
            <a:spLocks noGrp="1"/>
          </p:cNvSpPr>
          <p:nvPr>
            <p:ph type="body" idx="1"/>
          </p:nvPr>
        </p:nvSpPr>
        <p:spPr>
          <a:xfrm>
            <a:off x="457200" y="1390650"/>
            <a:ext cx="8229600" cy="4537472"/>
          </a:xfrm>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1360"/>
              <a:buFont typeface="Noto Sans Symbols"/>
              <a:buChar char="⮚"/>
            </a:pPr>
            <a:r>
              <a:rPr lang="en-US" sz="2000" dirty="0"/>
              <a:t>Healthcare   </a:t>
            </a:r>
            <a:endParaRPr dirty="0"/>
          </a:p>
          <a:p>
            <a:pPr marL="365760" lvl="0" indent="-169671" algn="l" rtl="0">
              <a:spcBef>
                <a:spcPts val="400"/>
              </a:spcBef>
              <a:spcAft>
                <a:spcPts val="0"/>
              </a:spcAft>
              <a:buSzPts val="1360"/>
              <a:buFont typeface="Noto Sans Symbols"/>
              <a:buNone/>
            </a:pPr>
            <a:endParaRPr sz="2000" dirty="0"/>
          </a:p>
          <a:p>
            <a:pPr marL="365760" lvl="0" indent="-169671" algn="l" rtl="0">
              <a:spcBef>
                <a:spcPts val="400"/>
              </a:spcBef>
              <a:spcAft>
                <a:spcPts val="0"/>
              </a:spcAft>
              <a:buSzPts val="1360"/>
              <a:buFont typeface="Noto Sans Symbols"/>
              <a:buNone/>
            </a:pPr>
            <a:endParaRPr sz="2000" dirty="0"/>
          </a:p>
          <a:p>
            <a:pPr marL="365760" lvl="0" indent="-169671" algn="l" rtl="0">
              <a:spcBef>
                <a:spcPts val="400"/>
              </a:spcBef>
              <a:spcAft>
                <a:spcPts val="0"/>
              </a:spcAft>
              <a:buSzPts val="1360"/>
              <a:buFont typeface="Noto Sans Symbols"/>
              <a:buNone/>
            </a:pPr>
            <a:endParaRPr sz="2000" dirty="0"/>
          </a:p>
          <a:p>
            <a:pPr marL="365760" lvl="0" indent="-256032" algn="l" rtl="0">
              <a:spcBef>
                <a:spcPts val="400"/>
              </a:spcBef>
              <a:spcAft>
                <a:spcPts val="0"/>
              </a:spcAft>
              <a:buSzPts val="1360"/>
              <a:buFont typeface="Noto Sans Symbols"/>
              <a:buChar char="⮚"/>
            </a:pPr>
            <a:r>
              <a:rPr lang="en-US" sz="2000" dirty="0"/>
              <a:t>Telecommunication </a:t>
            </a:r>
            <a:endParaRPr lang="en-US" sz="2000" dirty="0" smtClean="0"/>
          </a:p>
          <a:p>
            <a:pPr marL="109728" lvl="0" indent="0" algn="l" rtl="0">
              <a:spcBef>
                <a:spcPts val="400"/>
              </a:spcBef>
              <a:spcAft>
                <a:spcPts val="0"/>
              </a:spcAft>
              <a:buSzPts val="1360"/>
              <a:buNone/>
            </a:pPr>
            <a:r>
              <a:rPr lang="en-US" sz="2000" dirty="0" smtClean="0"/>
              <a:t> </a:t>
            </a:r>
          </a:p>
          <a:p>
            <a:pPr marL="109728" lvl="0" indent="0" algn="l" rtl="0">
              <a:spcBef>
                <a:spcPts val="400"/>
              </a:spcBef>
              <a:spcAft>
                <a:spcPts val="0"/>
              </a:spcAft>
              <a:buSzPts val="1360"/>
              <a:buNone/>
            </a:pPr>
            <a:endParaRPr lang="en-US" sz="2000" dirty="0" smtClean="0"/>
          </a:p>
          <a:p>
            <a:pPr marL="109728" lvl="0" indent="0" algn="l" rtl="0">
              <a:spcBef>
                <a:spcPts val="400"/>
              </a:spcBef>
              <a:spcAft>
                <a:spcPts val="0"/>
              </a:spcAft>
              <a:buSzPts val="1360"/>
              <a:buNone/>
            </a:pPr>
            <a:endParaRPr lang="en-US" sz="2000" dirty="0" smtClean="0"/>
          </a:p>
          <a:p>
            <a:pPr marL="365760" lvl="0" indent="-256032">
              <a:buSzPts val="1360"/>
              <a:buFont typeface="Noto Sans Symbols"/>
              <a:buChar char="⮚"/>
            </a:pPr>
            <a:r>
              <a:rPr lang="en-US" sz="2000" dirty="0"/>
              <a:t> Finance                                                          </a:t>
            </a:r>
            <a:endParaRPr dirty="0"/>
          </a:p>
        </p:txBody>
      </p:sp>
      <p:sp>
        <p:nvSpPr>
          <p:cNvPr id="150" name="Google Shape;150;p8"/>
          <p:cNvSpPr txBox="1">
            <a:spLocks noGrp="1"/>
          </p:cNvSpPr>
          <p:nvPr>
            <p:ph type="title"/>
          </p:nvPr>
        </p:nvSpPr>
        <p:spPr>
          <a:xfrm>
            <a:off x="457200" y="66602"/>
            <a:ext cx="8229600" cy="85725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3200"/>
              <a:buFont typeface="Arial"/>
              <a:buNone/>
            </a:pPr>
            <a:r>
              <a:rPr lang="en-US" dirty="0"/>
              <a:t>Big Data Applications</a:t>
            </a:r>
            <a:endParaRPr dirty="0"/>
          </a:p>
        </p:txBody>
      </p:sp>
      <p:pic>
        <p:nvPicPr>
          <p:cNvPr id="151" name="Google Shape;151;p8"/>
          <p:cNvPicPr preferRelativeResize="0"/>
          <p:nvPr/>
        </p:nvPicPr>
        <p:blipFill rotWithShape="1">
          <a:blip r:embed="rId3">
            <a:alphaModFix/>
          </a:blip>
          <a:srcRect/>
          <a:stretch/>
        </p:blipFill>
        <p:spPr>
          <a:xfrm>
            <a:off x="6737615" y="1390650"/>
            <a:ext cx="1295400" cy="588621"/>
          </a:xfrm>
          <a:prstGeom prst="rect">
            <a:avLst/>
          </a:prstGeom>
          <a:noFill/>
          <a:ln>
            <a:noFill/>
          </a:ln>
        </p:spPr>
      </p:pic>
      <p:pic>
        <p:nvPicPr>
          <p:cNvPr id="152" name="Google Shape;152;p8"/>
          <p:cNvPicPr preferRelativeResize="0"/>
          <p:nvPr/>
        </p:nvPicPr>
        <p:blipFill rotWithShape="1">
          <a:blip r:embed="rId4">
            <a:alphaModFix/>
          </a:blip>
          <a:srcRect/>
          <a:stretch/>
        </p:blipFill>
        <p:spPr>
          <a:xfrm>
            <a:off x="6718565" y="2637661"/>
            <a:ext cx="1295400" cy="625996"/>
          </a:xfrm>
          <a:prstGeom prst="rect">
            <a:avLst/>
          </a:prstGeom>
          <a:noFill/>
          <a:ln>
            <a:noFill/>
          </a:ln>
        </p:spPr>
      </p:pic>
      <p:pic>
        <p:nvPicPr>
          <p:cNvPr id="6" name="Google Shape;159;p9"/>
          <p:cNvPicPr preferRelativeResize="0"/>
          <p:nvPr/>
        </p:nvPicPr>
        <p:blipFill rotWithShape="1">
          <a:blip r:embed="rId5">
            <a:alphaModFix/>
          </a:blip>
          <a:srcRect/>
          <a:stretch/>
        </p:blipFill>
        <p:spPr>
          <a:xfrm>
            <a:off x="6728090" y="3949759"/>
            <a:ext cx="1276350" cy="64613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9">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9">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9">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0"/>
          <p:cNvSpPr txBox="1">
            <a:spLocks noGrp="1"/>
          </p:cNvSpPr>
          <p:nvPr>
            <p:ph type="body" idx="1"/>
          </p:nvPr>
        </p:nvSpPr>
        <p:spPr>
          <a:xfrm>
            <a:off x="457200" y="2533650"/>
            <a:ext cx="8229600" cy="3394472"/>
          </a:xfrm>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1360"/>
              <a:buFont typeface="Noto Sans Symbols"/>
              <a:buChar char="⮚"/>
            </a:pPr>
            <a:r>
              <a:rPr lang="en-US" sz="2000"/>
              <a:t>Education </a:t>
            </a:r>
            <a:endParaRPr/>
          </a:p>
          <a:p>
            <a:pPr marL="365760" lvl="0" indent="-169671" algn="l" rtl="0">
              <a:spcBef>
                <a:spcPts val="400"/>
              </a:spcBef>
              <a:spcAft>
                <a:spcPts val="0"/>
              </a:spcAft>
              <a:buSzPts val="1360"/>
              <a:buFont typeface="Noto Sans Symbols"/>
              <a:buNone/>
            </a:pPr>
            <a:endParaRPr sz="2000"/>
          </a:p>
          <a:p>
            <a:pPr marL="365760" lvl="0" indent="-169671" algn="l" rtl="0">
              <a:spcBef>
                <a:spcPts val="400"/>
              </a:spcBef>
              <a:spcAft>
                <a:spcPts val="0"/>
              </a:spcAft>
              <a:buSzPts val="1360"/>
              <a:buFont typeface="Noto Sans Symbols"/>
              <a:buNone/>
            </a:pPr>
            <a:endParaRPr sz="2000"/>
          </a:p>
          <a:p>
            <a:pPr marL="365760" lvl="0" indent="-169671" algn="l" rtl="0">
              <a:spcBef>
                <a:spcPts val="400"/>
              </a:spcBef>
              <a:spcAft>
                <a:spcPts val="0"/>
              </a:spcAft>
              <a:buSzPts val="1360"/>
              <a:buFont typeface="Noto Sans Symbols"/>
              <a:buNone/>
            </a:pPr>
            <a:endParaRPr sz="2000"/>
          </a:p>
          <a:p>
            <a:pPr marL="365760" lvl="0" indent="-256032" algn="l" rtl="0">
              <a:spcBef>
                <a:spcPts val="400"/>
              </a:spcBef>
              <a:spcAft>
                <a:spcPts val="0"/>
              </a:spcAft>
              <a:buSzPts val="1360"/>
              <a:buFont typeface="Noto Sans Symbols"/>
              <a:buChar char="⮚"/>
            </a:pPr>
            <a:r>
              <a:rPr lang="en-US" sz="2000"/>
              <a:t>Automobile   </a:t>
            </a:r>
            <a:endParaRPr/>
          </a:p>
          <a:p>
            <a:pPr marL="365760" lvl="0" indent="-169671" algn="l" rtl="0">
              <a:spcBef>
                <a:spcPts val="400"/>
              </a:spcBef>
              <a:spcAft>
                <a:spcPts val="0"/>
              </a:spcAft>
              <a:buSzPts val="1360"/>
              <a:buFont typeface="Noto Sans Symbols"/>
              <a:buNone/>
            </a:pPr>
            <a:endParaRPr sz="2000"/>
          </a:p>
          <a:p>
            <a:pPr marL="365760" lvl="0" indent="-169671" algn="l" rtl="0">
              <a:spcBef>
                <a:spcPts val="400"/>
              </a:spcBef>
              <a:spcAft>
                <a:spcPts val="0"/>
              </a:spcAft>
              <a:buSzPts val="1360"/>
              <a:buFont typeface="Noto Sans Symbols"/>
              <a:buNone/>
            </a:pPr>
            <a:endParaRPr sz="2000"/>
          </a:p>
        </p:txBody>
      </p:sp>
      <p:sp>
        <p:nvSpPr>
          <p:cNvPr id="166" name="Google Shape;166;p10"/>
          <p:cNvSpPr txBox="1">
            <a:spLocks noGrp="1"/>
          </p:cNvSpPr>
          <p:nvPr>
            <p:ph type="title"/>
          </p:nvPr>
        </p:nvSpPr>
        <p:spPr>
          <a:xfrm>
            <a:off x="914400" y="609600"/>
            <a:ext cx="8229600" cy="85725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3200"/>
              <a:buFont typeface="Arial"/>
              <a:buNone/>
            </a:pPr>
            <a:r>
              <a:rPr lang="en-US"/>
              <a:t>Big Data Applications</a:t>
            </a:r>
            <a:endParaRPr/>
          </a:p>
        </p:txBody>
      </p:sp>
      <p:pic>
        <p:nvPicPr>
          <p:cNvPr id="167" name="Google Shape;167;p10"/>
          <p:cNvPicPr preferRelativeResize="0"/>
          <p:nvPr/>
        </p:nvPicPr>
        <p:blipFill rotWithShape="1">
          <a:blip r:embed="rId3">
            <a:alphaModFix/>
          </a:blip>
          <a:srcRect/>
          <a:stretch/>
        </p:blipFill>
        <p:spPr>
          <a:xfrm>
            <a:off x="6876037" y="2524328"/>
            <a:ext cx="1247775" cy="742950"/>
          </a:xfrm>
          <a:prstGeom prst="rect">
            <a:avLst/>
          </a:prstGeom>
          <a:noFill/>
          <a:ln>
            <a:noFill/>
          </a:ln>
        </p:spPr>
      </p:pic>
      <p:pic>
        <p:nvPicPr>
          <p:cNvPr id="168" name="Google Shape;168;p10"/>
          <p:cNvPicPr preferRelativeResize="0"/>
          <p:nvPr/>
        </p:nvPicPr>
        <p:blipFill rotWithShape="1">
          <a:blip r:embed="rId4">
            <a:alphaModFix/>
          </a:blip>
          <a:srcRect/>
          <a:stretch/>
        </p:blipFill>
        <p:spPr>
          <a:xfrm>
            <a:off x="6876037" y="3867346"/>
            <a:ext cx="1209675" cy="78085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1"/>
          <p:cNvSpPr txBox="1">
            <a:spLocks noGrp="1"/>
          </p:cNvSpPr>
          <p:nvPr>
            <p:ph type="body" idx="1"/>
          </p:nvPr>
        </p:nvSpPr>
        <p:spPr>
          <a:xfrm>
            <a:off x="457200" y="1369566"/>
            <a:ext cx="8229600" cy="5065958"/>
          </a:xfrm>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1360"/>
              <a:buFont typeface="Noto Sans Symbols"/>
              <a:buChar char="⮚"/>
            </a:pPr>
            <a:r>
              <a:rPr lang="en-US" sz="2000" dirty="0"/>
              <a:t>Cyber security &amp; Intelligence                           </a:t>
            </a:r>
            <a:endParaRPr sz="2000" dirty="0"/>
          </a:p>
          <a:p>
            <a:pPr marL="365760" lvl="0" indent="-256032" algn="l" rtl="0">
              <a:spcBef>
                <a:spcPts val="400"/>
              </a:spcBef>
              <a:spcAft>
                <a:spcPts val="0"/>
              </a:spcAft>
              <a:buSzPts val="1360"/>
              <a:buFont typeface="Noto Sans Symbols"/>
              <a:buChar char="⮚"/>
            </a:pPr>
            <a:r>
              <a:rPr lang="en-US" sz="2000" dirty="0"/>
              <a:t>Crime Prediction and Prevention</a:t>
            </a:r>
            <a:endParaRPr sz="2000" dirty="0"/>
          </a:p>
          <a:p>
            <a:pPr marL="365760" lvl="0" indent="-256032" algn="l" rtl="0">
              <a:spcBef>
                <a:spcPts val="400"/>
              </a:spcBef>
              <a:spcAft>
                <a:spcPts val="0"/>
              </a:spcAft>
              <a:buSzPts val="1360"/>
              <a:buFont typeface="Noto Sans Symbols"/>
              <a:buChar char="⮚"/>
            </a:pPr>
            <a:r>
              <a:rPr lang="en-US" sz="2000" dirty="0"/>
              <a:t>Pharmaceutical Drug Evaluation</a:t>
            </a:r>
            <a:endParaRPr sz="2000" dirty="0"/>
          </a:p>
          <a:p>
            <a:pPr marL="365760" lvl="0" indent="-256032" algn="l" rtl="0">
              <a:spcBef>
                <a:spcPts val="400"/>
              </a:spcBef>
              <a:spcAft>
                <a:spcPts val="0"/>
              </a:spcAft>
              <a:buSzPts val="1360"/>
              <a:buFont typeface="Noto Sans Symbols"/>
              <a:buChar char="⮚"/>
            </a:pPr>
            <a:r>
              <a:rPr lang="en-US" sz="2000" dirty="0"/>
              <a:t>Scientific Research</a:t>
            </a:r>
            <a:endParaRPr sz="2000" dirty="0"/>
          </a:p>
          <a:p>
            <a:pPr marL="365760" lvl="0" indent="-256032" algn="l" rtl="0">
              <a:spcBef>
                <a:spcPts val="400"/>
              </a:spcBef>
              <a:spcAft>
                <a:spcPts val="0"/>
              </a:spcAft>
              <a:buSzPts val="1360"/>
              <a:buFont typeface="Noto Sans Symbols"/>
              <a:buChar char="⮚"/>
            </a:pPr>
            <a:r>
              <a:rPr lang="en-US" sz="2000" dirty="0"/>
              <a:t>Weather Forecasting</a:t>
            </a:r>
            <a:endParaRPr sz="2000" dirty="0"/>
          </a:p>
          <a:p>
            <a:pPr marL="365760" lvl="0" indent="-256032" algn="l" rtl="0">
              <a:spcBef>
                <a:spcPts val="400"/>
              </a:spcBef>
              <a:spcAft>
                <a:spcPts val="0"/>
              </a:spcAft>
              <a:buSzPts val="1360"/>
              <a:buFont typeface="Noto Sans Symbols"/>
              <a:buChar char="⮚"/>
            </a:pPr>
            <a:r>
              <a:rPr lang="en-US" sz="2000" dirty="0"/>
              <a:t>Tax Compliance</a:t>
            </a:r>
            <a:endParaRPr sz="2000" dirty="0"/>
          </a:p>
          <a:p>
            <a:pPr marL="365760" lvl="0" indent="-256032" algn="l" rtl="0">
              <a:spcBef>
                <a:spcPts val="400"/>
              </a:spcBef>
              <a:spcAft>
                <a:spcPts val="0"/>
              </a:spcAft>
              <a:buSzPts val="1360"/>
              <a:buFont typeface="Noto Sans Symbols"/>
              <a:buChar char="⮚"/>
            </a:pPr>
            <a:r>
              <a:rPr lang="en-US" sz="2000" dirty="0"/>
              <a:t>Traffic </a:t>
            </a:r>
            <a:r>
              <a:rPr lang="en-US" sz="2000" dirty="0" smtClean="0"/>
              <a:t>Optimization</a:t>
            </a:r>
            <a:endParaRPr lang="en-US" sz="2000" dirty="0"/>
          </a:p>
          <a:p>
            <a:pPr marL="365760" lvl="0" indent="-256032">
              <a:buSzPts val="1360"/>
              <a:buFont typeface="Noto Sans Symbols"/>
              <a:buChar char="⮚"/>
            </a:pPr>
            <a:r>
              <a:rPr lang="en-US" sz="2000" dirty="0"/>
              <a:t>Air traffic</a:t>
            </a:r>
          </a:p>
          <a:p>
            <a:pPr marL="365760" lvl="0" indent="-256032">
              <a:buSzPts val="1360"/>
              <a:buFont typeface="Noto Sans Symbols"/>
              <a:buChar char="⮚"/>
            </a:pPr>
            <a:r>
              <a:rPr lang="en-US" sz="2000" dirty="0"/>
              <a:t>Web &amp;e </a:t>
            </a:r>
            <a:r>
              <a:rPr lang="en-US" sz="2000" dirty="0" err="1"/>
              <a:t>tailing:recommmendations</a:t>
            </a:r>
            <a:endParaRPr lang="en-US" sz="2000" dirty="0"/>
          </a:p>
          <a:p>
            <a:pPr marL="365760" lvl="0" indent="-256032">
              <a:buSzPts val="1360"/>
              <a:buFont typeface="Noto Sans Symbols"/>
              <a:buChar char="⮚"/>
            </a:pPr>
            <a:r>
              <a:rPr lang="en-US" sz="2000" dirty="0"/>
              <a:t>Twitter</a:t>
            </a:r>
          </a:p>
          <a:p>
            <a:pPr marL="365760" lvl="0" indent="-256032">
              <a:buSzPts val="1360"/>
              <a:buFont typeface="Noto Sans Symbols"/>
              <a:buChar char="⮚"/>
            </a:pPr>
            <a:r>
              <a:rPr lang="en-US" sz="2000" dirty="0"/>
              <a:t>Marketing engine</a:t>
            </a:r>
          </a:p>
          <a:p>
            <a:pPr marL="365760" lvl="0" indent="-256032" algn="l" rtl="0">
              <a:spcBef>
                <a:spcPts val="400"/>
              </a:spcBef>
              <a:spcAft>
                <a:spcPts val="0"/>
              </a:spcAft>
              <a:buSzPts val="1360"/>
              <a:buFont typeface="Noto Sans Symbols"/>
              <a:buChar char="⮚"/>
            </a:pPr>
            <a:endParaRPr dirty="0"/>
          </a:p>
        </p:txBody>
      </p:sp>
      <p:sp>
        <p:nvSpPr>
          <p:cNvPr id="174" name="Google Shape;174;p11"/>
          <p:cNvSpPr txBox="1">
            <a:spLocks noGrp="1"/>
          </p:cNvSpPr>
          <p:nvPr>
            <p:ph type="title"/>
          </p:nvPr>
        </p:nvSpPr>
        <p:spPr>
          <a:xfrm>
            <a:off x="457200" y="247891"/>
            <a:ext cx="8229600" cy="85725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3200"/>
              <a:buFont typeface="Arial"/>
              <a:buNone/>
            </a:pPr>
            <a:r>
              <a:rPr lang="en-US" dirty="0"/>
              <a:t>Big Data in </a:t>
            </a:r>
            <a:r>
              <a:rPr lang="en-US" dirty="0" smtClean="0"/>
              <a:t>Government </a:t>
            </a:r>
            <a:endParaRPr dirty="0"/>
          </a:p>
        </p:txBody>
      </p:sp>
      <p:pic>
        <p:nvPicPr>
          <p:cNvPr id="175" name="Google Shape;175;p11"/>
          <p:cNvPicPr preferRelativeResize="0"/>
          <p:nvPr/>
        </p:nvPicPr>
        <p:blipFill rotWithShape="1">
          <a:blip r:embed="rId3">
            <a:alphaModFix/>
          </a:blip>
          <a:srcRect/>
          <a:stretch/>
        </p:blipFill>
        <p:spPr>
          <a:xfrm>
            <a:off x="6553200" y="2535095"/>
            <a:ext cx="1333500" cy="7810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3">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73">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7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2"/>
          <p:cNvSpPr txBox="1">
            <a:spLocks noGrp="1"/>
          </p:cNvSpPr>
          <p:nvPr>
            <p:ph type="body" idx="1"/>
          </p:nvPr>
        </p:nvSpPr>
        <p:spPr>
          <a:xfrm>
            <a:off x="466928" y="2606278"/>
            <a:ext cx="8229600" cy="3394472"/>
          </a:xfrm>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1360"/>
              <a:buFont typeface="Noto Sans Symbols"/>
              <a:buChar char="⮚"/>
            </a:pPr>
            <a:r>
              <a:rPr lang="en-US" sz="2000" dirty="0"/>
              <a:t>Facebook: Ad targeting</a:t>
            </a:r>
            <a:endParaRPr dirty="0"/>
          </a:p>
          <a:p>
            <a:pPr marL="365760" lvl="0" indent="-256032" algn="l" rtl="0">
              <a:spcBef>
                <a:spcPts val="400"/>
              </a:spcBef>
              <a:spcAft>
                <a:spcPts val="0"/>
              </a:spcAft>
              <a:buSzPts val="1360"/>
              <a:buFont typeface="Noto Sans Symbols"/>
              <a:buChar char="⮚"/>
            </a:pPr>
            <a:r>
              <a:rPr lang="en-US" sz="2000" dirty="0"/>
              <a:t>Air traffic</a:t>
            </a:r>
            <a:endParaRPr dirty="0"/>
          </a:p>
          <a:p>
            <a:pPr marL="365760" lvl="0" indent="-256032" algn="l" rtl="0">
              <a:spcBef>
                <a:spcPts val="400"/>
              </a:spcBef>
              <a:spcAft>
                <a:spcPts val="0"/>
              </a:spcAft>
              <a:buSzPts val="1360"/>
              <a:buFont typeface="Noto Sans Symbols"/>
              <a:buChar char="⮚"/>
            </a:pPr>
            <a:r>
              <a:rPr lang="en-US" sz="2000" dirty="0" smtClean="0"/>
              <a:t>Web </a:t>
            </a:r>
            <a:r>
              <a:rPr lang="en-US" sz="2000" dirty="0"/>
              <a:t>&amp;e </a:t>
            </a:r>
            <a:r>
              <a:rPr lang="en-US" sz="2000" dirty="0" err="1"/>
              <a:t>tailing:recommmendations</a:t>
            </a:r>
            <a:endParaRPr dirty="0"/>
          </a:p>
          <a:p>
            <a:pPr marL="365760" lvl="0" indent="-256032" algn="l" rtl="0">
              <a:spcBef>
                <a:spcPts val="400"/>
              </a:spcBef>
              <a:spcAft>
                <a:spcPts val="0"/>
              </a:spcAft>
              <a:buSzPts val="1360"/>
              <a:buFont typeface="Noto Sans Symbols"/>
              <a:buChar char="⮚"/>
            </a:pPr>
            <a:r>
              <a:rPr lang="en-US" sz="2000" dirty="0"/>
              <a:t>Twitter</a:t>
            </a:r>
            <a:endParaRPr dirty="0"/>
          </a:p>
          <a:p>
            <a:pPr marL="365760" lvl="0" indent="-256032" algn="l" rtl="0">
              <a:spcBef>
                <a:spcPts val="400"/>
              </a:spcBef>
              <a:spcAft>
                <a:spcPts val="0"/>
              </a:spcAft>
              <a:buSzPts val="1360"/>
              <a:buFont typeface="Noto Sans Symbols"/>
              <a:buChar char="⮚"/>
            </a:pPr>
            <a:r>
              <a:rPr lang="en-US" sz="2000" dirty="0"/>
              <a:t>Marketing engine</a:t>
            </a:r>
            <a:endParaRPr dirty="0"/>
          </a:p>
          <a:p>
            <a:pPr marL="365760" lvl="0" indent="-139446" algn="l" rtl="0">
              <a:spcBef>
                <a:spcPts val="400"/>
              </a:spcBef>
              <a:spcAft>
                <a:spcPts val="0"/>
              </a:spcAft>
              <a:buSzPts val="1836"/>
              <a:buNone/>
            </a:pPr>
            <a:endParaRPr dirty="0"/>
          </a:p>
        </p:txBody>
      </p:sp>
      <p:sp>
        <p:nvSpPr>
          <p:cNvPr id="181" name="Google Shape;181;p12"/>
          <p:cNvSpPr txBox="1">
            <a:spLocks noGrp="1"/>
          </p:cNvSpPr>
          <p:nvPr>
            <p:ph type="title"/>
          </p:nvPr>
        </p:nvSpPr>
        <p:spPr>
          <a:xfrm>
            <a:off x="914400" y="762000"/>
            <a:ext cx="8229600" cy="85725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3200"/>
              <a:buFont typeface="Arial"/>
              <a:buNone/>
            </a:pPr>
            <a:r>
              <a:rPr lang="en-US"/>
              <a:t>Real time scenarios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3"/>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1836"/>
              <a:buChar char="🞂"/>
            </a:pPr>
            <a:r>
              <a:rPr lang="en-US"/>
              <a:t>User A: rollex watch, mac laptop, I phone</a:t>
            </a:r>
            <a:endParaRPr/>
          </a:p>
          <a:p>
            <a:pPr marL="365760" lvl="0" indent="-139446" algn="l" rtl="0">
              <a:spcBef>
                <a:spcPts val="400"/>
              </a:spcBef>
              <a:spcAft>
                <a:spcPts val="0"/>
              </a:spcAft>
              <a:buSzPts val="1836"/>
              <a:buNone/>
            </a:pPr>
            <a:endParaRPr/>
          </a:p>
          <a:p>
            <a:pPr marL="365760" lvl="0" indent="-256032" algn="l" rtl="0">
              <a:spcBef>
                <a:spcPts val="400"/>
              </a:spcBef>
              <a:spcAft>
                <a:spcPts val="0"/>
              </a:spcAft>
              <a:buSzPts val="1836"/>
              <a:buChar char="🞂"/>
            </a:pPr>
            <a:r>
              <a:rPr lang="en-US"/>
              <a:t>User B : rollex watch, mac laptop</a:t>
            </a:r>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pic>
        <p:nvPicPr>
          <p:cNvPr id="232" name="Google Shape;232;p21" descr="b8.png"/>
          <p:cNvPicPr preferRelativeResize="0">
            <a:picLocks noGrp="1"/>
          </p:cNvPicPr>
          <p:nvPr>
            <p:ph type="body" idx="1"/>
          </p:nvPr>
        </p:nvPicPr>
        <p:blipFill rotWithShape="1">
          <a:blip r:embed="rId3">
            <a:alphaModFix/>
          </a:blip>
          <a:srcRect/>
          <a:stretch/>
        </p:blipFill>
        <p:spPr>
          <a:xfrm>
            <a:off x="457200" y="1818815"/>
            <a:ext cx="8229600" cy="3850608"/>
          </a:xfrm>
          <a:prstGeom prst="rect">
            <a:avLst/>
          </a:prstGeom>
          <a:noFill/>
          <a:ln>
            <a:noFill/>
          </a:ln>
        </p:spPr>
      </p:pic>
      <p:sp>
        <p:nvSpPr>
          <p:cNvPr id="233" name="Google Shape;233;p21"/>
          <p:cNvSpPr txBox="1">
            <a:spLocks noGrp="1"/>
          </p:cNvSpPr>
          <p:nvPr>
            <p:ph type="title"/>
          </p:nvPr>
        </p:nvSpPr>
        <p:spPr>
          <a:xfrm>
            <a:off x="914400" y="533400"/>
            <a:ext cx="8229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3200"/>
              <a:buFont typeface="Arial"/>
              <a:buNone/>
            </a:pPr>
            <a:r>
              <a:rPr lang="en-US" dirty="0"/>
              <a:t>Sears use </a:t>
            </a:r>
            <a:r>
              <a:rPr lang="en-US" dirty="0" smtClean="0"/>
              <a:t>analysis</a:t>
            </a:r>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pic>
        <p:nvPicPr>
          <p:cNvPr id="238" name="Google Shape;238;p22" descr="b11.png"/>
          <p:cNvPicPr preferRelativeResize="0">
            <a:picLocks noGrp="1"/>
          </p:cNvPicPr>
          <p:nvPr>
            <p:ph type="body" idx="1"/>
          </p:nvPr>
        </p:nvPicPr>
        <p:blipFill rotWithShape="1">
          <a:blip r:embed="rId3">
            <a:alphaModFix/>
          </a:blip>
          <a:srcRect/>
          <a:stretch/>
        </p:blipFill>
        <p:spPr>
          <a:xfrm>
            <a:off x="457200" y="1842683"/>
            <a:ext cx="8229600" cy="3802872"/>
          </a:xfrm>
          <a:prstGeom prst="rect">
            <a:avLst/>
          </a:prstGeom>
          <a:noFill/>
          <a:ln>
            <a:noFill/>
          </a:ln>
        </p:spPr>
      </p:pic>
      <p:sp>
        <p:nvSpPr>
          <p:cNvPr id="239" name="Google Shape;239;p22"/>
          <p:cNvSpPr txBox="1">
            <a:spLocks noGrp="1"/>
          </p:cNvSpPr>
          <p:nvPr>
            <p:ph type="title"/>
          </p:nvPr>
        </p:nvSpPr>
        <p:spPr>
          <a:xfrm>
            <a:off x="457200" y="762000"/>
            <a:ext cx="8229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3200"/>
              <a:buFont typeface="Arial"/>
              <a:buNone/>
            </a:pPr>
            <a:r>
              <a:rPr lang="en-US"/>
              <a:t>WHY DFS? Distributed file system</a:t>
            </a:r>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pic>
        <p:nvPicPr>
          <p:cNvPr id="244" name="Google Shape;244;p23" descr="b12.png"/>
          <p:cNvPicPr preferRelativeResize="0">
            <a:picLocks noGrp="1"/>
          </p:cNvPicPr>
          <p:nvPr>
            <p:ph type="body" idx="1"/>
          </p:nvPr>
        </p:nvPicPr>
        <p:blipFill rotWithShape="1">
          <a:blip r:embed="rId3">
            <a:alphaModFix/>
          </a:blip>
          <a:srcRect/>
          <a:stretch/>
        </p:blipFill>
        <p:spPr>
          <a:xfrm>
            <a:off x="457200" y="1751546"/>
            <a:ext cx="8229600" cy="3985146"/>
          </a:xfrm>
          <a:prstGeom prst="rect">
            <a:avLst/>
          </a:prstGeom>
          <a:noFill/>
          <a:ln>
            <a:noFill/>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pic>
        <p:nvPicPr>
          <p:cNvPr id="249" name="Google Shape;249;p24" descr="b13.png"/>
          <p:cNvPicPr preferRelativeResize="0">
            <a:picLocks noGrp="1"/>
          </p:cNvPicPr>
          <p:nvPr>
            <p:ph type="body" idx="1"/>
          </p:nvPr>
        </p:nvPicPr>
        <p:blipFill rotWithShape="1">
          <a:blip r:embed="rId3">
            <a:alphaModFix/>
          </a:blip>
          <a:srcRect/>
          <a:stretch/>
        </p:blipFill>
        <p:spPr>
          <a:xfrm>
            <a:off x="457200" y="1845500"/>
            <a:ext cx="8229600" cy="3797238"/>
          </a:xfrm>
          <a:prstGeom prst="rect">
            <a:avLst/>
          </a:prstGeom>
          <a:noFill/>
          <a:ln>
            <a:noFill/>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pic>
        <p:nvPicPr>
          <p:cNvPr id="254" name="Google Shape;254;p25" descr="b14.png"/>
          <p:cNvPicPr preferRelativeResize="0">
            <a:picLocks noGrp="1"/>
          </p:cNvPicPr>
          <p:nvPr>
            <p:ph type="body" idx="1"/>
          </p:nvPr>
        </p:nvPicPr>
        <p:blipFill rotWithShape="1">
          <a:blip r:embed="rId3">
            <a:alphaModFix/>
          </a:blip>
          <a:srcRect/>
          <a:stretch/>
        </p:blipFill>
        <p:spPr>
          <a:xfrm>
            <a:off x="457200" y="1883908"/>
            <a:ext cx="8229600" cy="3720421"/>
          </a:xfrm>
          <a:prstGeom prst="rect">
            <a:avLst/>
          </a:prstGeom>
          <a:noFill/>
          <a:ln>
            <a:noFill/>
          </a:ln>
        </p:spPr>
      </p:pic>
      <p:sp>
        <p:nvSpPr>
          <p:cNvPr id="255" name="Google Shape;255;p25"/>
          <p:cNvSpPr txBox="1">
            <a:spLocks noGrp="1"/>
          </p:cNvSpPr>
          <p:nvPr>
            <p:ph type="title"/>
          </p:nvPr>
        </p:nvSpPr>
        <p:spPr>
          <a:xfrm>
            <a:off x="914400" y="685800"/>
            <a:ext cx="8229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3200"/>
              <a:buFont typeface="Arial"/>
              <a:buNone/>
            </a:pPr>
            <a:r>
              <a:rPr lang="en-US"/>
              <a:t>What is Hadoop?</a:t>
            </a:r>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pic>
        <p:nvPicPr>
          <p:cNvPr id="260" name="Google Shape;260;p26" descr="Hadoop_history.jpg"/>
          <p:cNvPicPr preferRelativeResize="0">
            <a:picLocks noGrp="1"/>
          </p:cNvPicPr>
          <p:nvPr>
            <p:ph type="body" idx="1"/>
          </p:nvPr>
        </p:nvPicPr>
        <p:blipFill rotWithShape="1">
          <a:blip r:embed="rId3">
            <a:alphaModFix/>
          </a:blip>
          <a:srcRect/>
          <a:stretch/>
        </p:blipFill>
        <p:spPr>
          <a:xfrm>
            <a:off x="838200" y="1481138"/>
            <a:ext cx="7848600" cy="4919662"/>
          </a:xfrm>
          <a:prstGeom prst="rect">
            <a:avLst/>
          </a:prstGeom>
          <a:noFill/>
          <a:ln>
            <a:noFill/>
          </a:ln>
        </p:spPr>
      </p:pic>
      <p:sp>
        <p:nvSpPr>
          <p:cNvPr id="261" name="Google Shape;261;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3200"/>
              <a:buFont typeface="Arial"/>
              <a:buNone/>
            </a:pPr>
            <a:r>
              <a:rPr lang="en-US"/>
              <a:t>     Hadoop History</a:t>
            </a:r>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27"/>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1360"/>
              <a:buChar char="🞂"/>
            </a:pPr>
            <a:r>
              <a:rPr lang="en-US" sz="2000"/>
              <a:t>Hadoop was created by Doug Cutting and Mike Cafarella in 2005. Cutting, who was working at Yahoo! at the time, named it after his son's toy elephant. It was originally developed to support distribution for the Nutch search engine project.</a:t>
            </a:r>
            <a:endParaRPr sz="200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pic>
        <p:nvPicPr>
          <p:cNvPr id="271" name="Google Shape;271;p28" descr="b15.png"/>
          <p:cNvPicPr preferRelativeResize="0">
            <a:picLocks noGrp="1"/>
          </p:cNvPicPr>
          <p:nvPr>
            <p:ph type="body" idx="1"/>
          </p:nvPr>
        </p:nvPicPr>
        <p:blipFill rotWithShape="1">
          <a:blip r:embed="rId3">
            <a:alphaModFix/>
          </a:blip>
          <a:srcRect/>
          <a:stretch/>
        </p:blipFill>
        <p:spPr>
          <a:xfrm>
            <a:off x="832977" y="1481138"/>
            <a:ext cx="7478046" cy="4525962"/>
          </a:xfrm>
          <a:prstGeom prst="rect">
            <a:avLst/>
          </a:prstGeom>
          <a:noFill/>
          <a:ln>
            <a:noFill/>
          </a:ln>
        </p:spPr>
      </p:pic>
      <p:sp>
        <p:nvSpPr>
          <p:cNvPr id="272" name="Google Shape;272;p28"/>
          <p:cNvSpPr txBox="1">
            <a:spLocks noGrp="1"/>
          </p:cNvSpPr>
          <p:nvPr>
            <p:ph type="title"/>
          </p:nvPr>
        </p:nvSpPr>
        <p:spPr>
          <a:xfrm>
            <a:off x="914400" y="609600"/>
            <a:ext cx="8229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3200"/>
              <a:buFont typeface="Arial"/>
              <a:buNone/>
            </a:pPr>
            <a:r>
              <a:rPr lang="en-US"/>
              <a:t>Characterstics</a:t>
            </a:r>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pic>
        <p:nvPicPr>
          <p:cNvPr id="277" name="Google Shape;277;p29" descr="b16.png"/>
          <p:cNvPicPr preferRelativeResize="0">
            <a:picLocks noGrp="1"/>
          </p:cNvPicPr>
          <p:nvPr>
            <p:ph type="body" idx="1"/>
          </p:nvPr>
        </p:nvPicPr>
        <p:blipFill rotWithShape="1">
          <a:blip r:embed="rId3">
            <a:alphaModFix/>
          </a:blip>
          <a:srcRect/>
          <a:stretch/>
        </p:blipFill>
        <p:spPr>
          <a:xfrm>
            <a:off x="457200" y="1955365"/>
            <a:ext cx="8229600" cy="3577507"/>
          </a:xfrm>
          <a:prstGeom prst="rect">
            <a:avLst/>
          </a:prstGeom>
          <a:noFill/>
          <a:ln>
            <a:noFill/>
          </a:ln>
        </p:spPr>
      </p:pic>
      <p:sp>
        <p:nvSpPr>
          <p:cNvPr id="278" name="Google Shape;278;p29"/>
          <p:cNvSpPr txBox="1">
            <a:spLocks noGrp="1"/>
          </p:cNvSpPr>
          <p:nvPr>
            <p:ph type="title"/>
          </p:nvPr>
        </p:nvSpPr>
        <p:spPr>
          <a:xfrm>
            <a:off x="685800" y="685800"/>
            <a:ext cx="8229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3200"/>
              <a:buFont typeface="Arial"/>
              <a:buNone/>
            </a:pPr>
            <a:r>
              <a:rPr lang="en-US"/>
              <a:t>Hadoop-its about scale and structure</a:t>
            </a:r>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30"/>
          <p:cNvSpPr txBox="1">
            <a:spLocks noGrp="1"/>
          </p:cNvSpPr>
          <p:nvPr>
            <p:ph type="title"/>
          </p:nvPr>
        </p:nvSpPr>
        <p:spPr>
          <a:xfrm>
            <a:off x="914400" y="609600"/>
            <a:ext cx="8229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3200"/>
              <a:buFont typeface="Arial"/>
              <a:buNone/>
            </a:pPr>
            <a:r>
              <a:rPr lang="en-US"/>
              <a:t>Hadoop ecosystem</a:t>
            </a:r>
            <a:endParaRPr/>
          </a:p>
        </p:txBody>
      </p:sp>
      <p:pic>
        <p:nvPicPr>
          <p:cNvPr id="284" name="Google Shape;284;p30" descr="hadoop ecosystem.png"/>
          <p:cNvPicPr preferRelativeResize="0">
            <a:picLocks noGrp="1"/>
          </p:cNvPicPr>
          <p:nvPr>
            <p:ph type="body" idx="1"/>
          </p:nvPr>
        </p:nvPicPr>
        <p:blipFill rotWithShape="1">
          <a:blip r:embed="rId3">
            <a:alphaModFix/>
          </a:blip>
          <a:srcRect/>
          <a:stretch/>
        </p:blipFill>
        <p:spPr>
          <a:xfrm>
            <a:off x="1371600" y="1676400"/>
            <a:ext cx="6934199" cy="4419600"/>
          </a:xfrm>
          <a:prstGeom prst="rect">
            <a:avLst/>
          </a:prstGeom>
          <a:noFill/>
          <a:ln>
            <a:noFill/>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pic>
        <p:nvPicPr>
          <p:cNvPr id="289" name="Google Shape;289;p31" descr="b18.png"/>
          <p:cNvPicPr preferRelativeResize="0">
            <a:picLocks noGrp="1"/>
          </p:cNvPicPr>
          <p:nvPr>
            <p:ph type="body" idx="1"/>
          </p:nvPr>
        </p:nvPicPr>
        <p:blipFill rotWithShape="1">
          <a:blip r:embed="rId3">
            <a:alphaModFix/>
          </a:blip>
          <a:srcRect/>
          <a:stretch/>
        </p:blipFill>
        <p:spPr>
          <a:xfrm>
            <a:off x="457200" y="1621520"/>
            <a:ext cx="8229600" cy="4245198"/>
          </a:xfrm>
          <a:prstGeom prst="rect">
            <a:avLst/>
          </a:prstGeom>
          <a:noFill/>
          <a:ln>
            <a:noFill/>
          </a:ln>
        </p:spPr>
      </p:pic>
      <p:sp>
        <p:nvSpPr>
          <p:cNvPr id="290" name="Google Shape;290;p31"/>
          <p:cNvSpPr txBox="1">
            <a:spLocks noGrp="1"/>
          </p:cNvSpPr>
          <p:nvPr>
            <p:ph type="title"/>
          </p:nvPr>
        </p:nvSpPr>
        <p:spPr>
          <a:xfrm>
            <a:off x="762000" y="838200"/>
            <a:ext cx="8229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3200"/>
              <a:buFont typeface="Arial"/>
              <a:buNone/>
            </a:pPr>
            <a:r>
              <a:rPr lang="en-US"/>
              <a:t>Hadoop 2.X core components</a:t>
            </a:r>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pic>
        <p:nvPicPr>
          <p:cNvPr id="295" name="Google Shape;295;p32" descr="b19.png"/>
          <p:cNvPicPr preferRelativeResize="0">
            <a:picLocks noGrp="1"/>
          </p:cNvPicPr>
          <p:nvPr>
            <p:ph type="body" idx="1"/>
          </p:nvPr>
        </p:nvPicPr>
        <p:blipFill rotWithShape="1">
          <a:blip r:embed="rId3">
            <a:alphaModFix/>
          </a:blip>
          <a:srcRect/>
          <a:stretch/>
        </p:blipFill>
        <p:spPr>
          <a:xfrm>
            <a:off x="457200" y="1601073"/>
            <a:ext cx="8229600" cy="4286091"/>
          </a:xfrm>
          <a:prstGeom prst="rect">
            <a:avLst/>
          </a:prstGeom>
          <a:noFill/>
          <a:ln>
            <a:noFill/>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pic>
        <p:nvPicPr>
          <p:cNvPr id="300" name="Google Shape;300;p33" descr="b20.png"/>
          <p:cNvPicPr preferRelativeResize="0">
            <a:picLocks noGrp="1"/>
          </p:cNvPicPr>
          <p:nvPr>
            <p:ph type="body" idx="1"/>
          </p:nvPr>
        </p:nvPicPr>
        <p:blipFill rotWithShape="1">
          <a:blip r:embed="rId3">
            <a:alphaModFix/>
          </a:blip>
          <a:srcRect/>
          <a:stretch/>
        </p:blipFill>
        <p:spPr>
          <a:xfrm>
            <a:off x="457200" y="1881741"/>
            <a:ext cx="8229600" cy="3724755"/>
          </a:xfrm>
          <a:prstGeom prst="rect">
            <a:avLst/>
          </a:prstGeom>
          <a:noFill/>
          <a:ln>
            <a:noFill/>
          </a:ln>
        </p:spPr>
      </p:pic>
      <p:sp>
        <p:nvSpPr>
          <p:cNvPr id="301" name="Google Shape;301;p33"/>
          <p:cNvSpPr txBox="1">
            <a:spLocks noGrp="1"/>
          </p:cNvSpPr>
          <p:nvPr>
            <p:ph type="title"/>
          </p:nvPr>
        </p:nvSpPr>
        <p:spPr>
          <a:xfrm>
            <a:off x="685800" y="762000"/>
            <a:ext cx="8229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3200"/>
              <a:buFont typeface="Arial"/>
              <a:buNone/>
            </a:pPr>
            <a:r>
              <a:rPr lang="en-US"/>
              <a:t>Main components of HDFS</a:t>
            </a:r>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34"/>
          <p:cNvSpPr txBox="1">
            <a:spLocks noGrp="1"/>
          </p:cNvSpPr>
          <p:nvPr>
            <p:ph type="title"/>
          </p:nvPr>
        </p:nvSpPr>
        <p:spPr>
          <a:xfrm>
            <a:off x="685800" y="1066800"/>
            <a:ext cx="8229600" cy="85725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3200"/>
              <a:buFont typeface="Arial"/>
              <a:buNone/>
            </a:pPr>
            <a:r>
              <a:rPr lang="en-US"/>
              <a:t>Secondary namenode</a:t>
            </a:r>
            <a:endParaRPr/>
          </a:p>
        </p:txBody>
      </p:sp>
      <p:sp>
        <p:nvSpPr>
          <p:cNvPr id="307" name="Google Shape;307;p34"/>
          <p:cNvSpPr/>
          <p:nvPr/>
        </p:nvSpPr>
        <p:spPr>
          <a:xfrm>
            <a:off x="975527" y="2765820"/>
            <a:ext cx="1524000" cy="533400"/>
          </a:xfrm>
          <a:prstGeom prst="rect">
            <a:avLst/>
          </a:prstGeom>
          <a:solidFill>
            <a:schemeClr val="lt1"/>
          </a:solidFill>
          <a:ln w="55000" cap="flat" cmpd="thickThin">
            <a:solidFill>
              <a:srgbClr val="20768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Secondary NameNode</a:t>
            </a:r>
            <a:endParaRPr/>
          </a:p>
        </p:txBody>
      </p:sp>
      <p:sp>
        <p:nvSpPr>
          <p:cNvPr id="308" name="Google Shape;308;p34"/>
          <p:cNvSpPr/>
          <p:nvPr/>
        </p:nvSpPr>
        <p:spPr>
          <a:xfrm>
            <a:off x="6172200" y="2765820"/>
            <a:ext cx="1752600" cy="533400"/>
          </a:xfrm>
          <a:prstGeom prst="rect">
            <a:avLst/>
          </a:prstGeom>
          <a:solidFill>
            <a:schemeClr val="lt1"/>
          </a:solidFill>
          <a:ln w="55000" cap="flat" cmpd="thickThin">
            <a:solidFill>
              <a:srgbClr val="20768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NameNode</a:t>
            </a:r>
            <a:endParaRPr/>
          </a:p>
        </p:txBody>
      </p:sp>
      <p:sp>
        <p:nvSpPr>
          <p:cNvPr id="309" name="Google Shape;309;p34"/>
          <p:cNvSpPr/>
          <p:nvPr/>
        </p:nvSpPr>
        <p:spPr>
          <a:xfrm>
            <a:off x="942870" y="4419600"/>
            <a:ext cx="1495530" cy="609600"/>
          </a:xfrm>
          <a:prstGeom prst="rect">
            <a:avLst/>
          </a:prstGeom>
          <a:solidFill>
            <a:schemeClr val="lt1"/>
          </a:solidFill>
          <a:ln w="55000" cap="flat" cmpd="thickThin">
            <a:solidFill>
              <a:srgbClr val="20768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FsImage</a:t>
            </a:r>
            <a:endParaRPr/>
          </a:p>
        </p:txBody>
      </p:sp>
      <p:cxnSp>
        <p:nvCxnSpPr>
          <p:cNvPr id="310" name="Google Shape;310;p34"/>
          <p:cNvCxnSpPr>
            <a:stCxn id="307" idx="3"/>
            <a:endCxn id="308" idx="1"/>
          </p:cNvCxnSpPr>
          <p:nvPr/>
        </p:nvCxnSpPr>
        <p:spPr>
          <a:xfrm>
            <a:off x="2499527" y="3032520"/>
            <a:ext cx="3672600" cy="0"/>
          </a:xfrm>
          <a:prstGeom prst="straightConnector1">
            <a:avLst/>
          </a:prstGeom>
          <a:noFill/>
          <a:ln w="9525" cap="flat" cmpd="sng">
            <a:solidFill>
              <a:schemeClr val="accent1"/>
            </a:solidFill>
            <a:prstDash val="solid"/>
            <a:round/>
            <a:headEnd type="none" w="sm" len="sm"/>
            <a:tailEnd type="triangle" w="med" len="med"/>
          </a:ln>
        </p:spPr>
      </p:cxnSp>
      <p:sp>
        <p:nvSpPr>
          <p:cNvPr id="311" name="Google Shape;311;p34"/>
          <p:cNvSpPr txBox="1"/>
          <p:nvPr/>
        </p:nvSpPr>
        <p:spPr>
          <a:xfrm>
            <a:off x="2679979" y="2709355"/>
            <a:ext cx="304800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Query for EditLogs at regular intervals</a:t>
            </a:r>
            <a:endParaRPr/>
          </a:p>
        </p:txBody>
      </p:sp>
      <p:sp>
        <p:nvSpPr>
          <p:cNvPr id="312" name="Google Shape;312;p34"/>
          <p:cNvSpPr/>
          <p:nvPr/>
        </p:nvSpPr>
        <p:spPr>
          <a:xfrm>
            <a:off x="6172200" y="4419600"/>
            <a:ext cx="1752600" cy="609600"/>
          </a:xfrm>
          <a:prstGeom prst="rect">
            <a:avLst/>
          </a:prstGeom>
          <a:solidFill>
            <a:schemeClr val="lt1"/>
          </a:solidFill>
          <a:ln w="55000" cap="flat" cmpd="thickThin">
            <a:solidFill>
              <a:srgbClr val="20768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FsImage</a:t>
            </a:r>
            <a:endParaRPr/>
          </a:p>
        </p:txBody>
      </p:sp>
      <p:cxnSp>
        <p:nvCxnSpPr>
          <p:cNvPr id="313" name="Google Shape;313;p34"/>
          <p:cNvCxnSpPr/>
          <p:nvPr/>
        </p:nvCxnSpPr>
        <p:spPr>
          <a:xfrm flipH="1">
            <a:off x="1613181" y="3305292"/>
            <a:ext cx="4187" cy="1114309"/>
          </a:xfrm>
          <a:prstGeom prst="straightConnector1">
            <a:avLst/>
          </a:prstGeom>
          <a:noFill/>
          <a:ln w="9525" cap="flat" cmpd="sng">
            <a:solidFill>
              <a:schemeClr val="accent1"/>
            </a:solidFill>
            <a:prstDash val="solid"/>
            <a:round/>
            <a:headEnd type="none" w="sm" len="sm"/>
            <a:tailEnd type="triangle" w="med" len="med"/>
          </a:ln>
        </p:spPr>
      </p:cxnSp>
      <p:cxnSp>
        <p:nvCxnSpPr>
          <p:cNvPr id="314" name="Google Shape;314;p34"/>
          <p:cNvCxnSpPr>
            <a:stCxn id="308" idx="2"/>
            <a:endCxn id="312" idx="0"/>
          </p:cNvCxnSpPr>
          <p:nvPr/>
        </p:nvCxnSpPr>
        <p:spPr>
          <a:xfrm>
            <a:off x="7048500" y="3299220"/>
            <a:ext cx="0" cy="1120500"/>
          </a:xfrm>
          <a:prstGeom prst="straightConnector1">
            <a:avLst/>
          </a:prstGeom>
          <a:noFill/>
          <a:ln w="9525" cap="flat" cmpd="sng">
            <a:solidFill>
              <a:schemeClr val="accent1"/>
            </a:solidFill>
            <a:prstDash val="solid"/>
            <a:round/>
            <a:headEnd type="none" w="sm" len="sm"/>
            <a:tailEnd type="triangle" w="med" len="med"/>
          </a:ln>
        </p:spPr>
      </p:cxnSp>
      <p:cxnSp>
        <p:nvCxnSpPr>
          <p:cNvPr id="315" name="Google Shape;315;p34"/>
          <p:cNvCxnSpPr>
            <a:stCxn id="309" idx="3"/>
            <a:endCxn id="312" idx="1"/>
          </p:cNvCxnSpPr>
          <p:nvPr/>
        </p:nvCxnSpPr>
        <p:spPr>
          <a:xfrm>
            <a:off x="2438400" y="4724400"/>
            <a:ext cx="3733800" cy="0"/>
          </a:xfrm>
          <a:prstGeom prst="straightConnector1">
            <a:avLst/>
          </a:prstGeom>
          <a:noFill/>
          <a:ln w="9525" cap="flat" cmpd="sng">
            <a:solidFill>
              <a:schemeClr val="accent1"/>
            </a:solidFill>
            <a:prstDash val="solid"/>
            <a:round/>
            <a:headEnd type="none" w="sm" len="sm"/>
            <a:tailEnd type="triangle" w="med" len="med"/>
          </a:ln>
        </p:spPr>
      </p:cxnSp>
      <p:sp>
        <p:nvSpPr>
          <p:cNvPr id="316" name="Google Shape;316;p34"/>
          <p:cNvSpPr txBox="1"/>
          <p:nvPr/>
        </p:nvSpPr>
        <p:spPr>
          <a:xfrm>
            <a:off x="2489479" y="4382870"/>
            <a:ext cx="342900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Lucida Sans"/>
                <a:ea typeface="Lucida Sans"/>
                <a:cs typeface="Lucida Sans"/>
                <a:sym typeface="Lucida Sans"/>
              </a:rPr>
              <a:t>Copy updated FsImage back to NameNode</a:t>
            </a:r>
            <a:endParaRPr/>
          </a:p>
        </p:txBody>
      </p:sp>
      <p:sp>
        <p:nvSpPr>
          <p:cNvPr id="317" name="Google Shape;317;p34"/>
          <p:cNvSpPr txBox="1"/>
          <p:nvPr/>
        </p:nvSpPr>
        <p:spPr>
          <a:xfrm>
            <a:off x="685801" y="3530794"/>
            <a:ext cx="2146579"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Lucida Sans"/>
                <a:ea typeface="Lucida Sans"/>
                <a:cs typeface="Lucida Sans"/>
                <a:sym typeface="Lucida Sans"/>
              </a:rPr>
              <a:t>Updates FsImage image with EditLogs  </a:t>
            </a:r>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pic>
        <p:nvPicPr>
          <p:cNvPr id="322" name="Google Shape;322;p35" descr="b21.png"/>
          <p:cNvPicPr preferRelativeResize="0">
            <a:picLocks noGrp="1"/>
          </p:cNvPicPr>
          <p:nvPr>
            <p:ph type="body" idx="1"/>
          </p:nvPr>
        </p:nvPicPr>
        <p:blipFill rotWithShape="1">
          <a:blip r:embed="rId3">
            <a:alphaModFix/>
          </a:blip>
          <a:srcRect/>
          <a:stretch/>
        </p:blipFill>
        <p:spPr>
          <a:xfrm>
            <a:off x="457200" y="1524000"/>
            <a:ext cx="8229600" cy="4495800"/>
          </a:xfrm>
          <a:prstGeom prst="rect">
            <a:avLst/>
          </a:prstGeom>
          <a:noFill/>
          <a:ln>
            <a:noFill/>
          </a:ln>
        </p:spPr>
      </p:pic>
      <p:sp>
        <p:nvSpPr>
          <p:cNvPr id="323" name="Google Shape;323;p35"/>
          <p:cNvSpPr txBox="1">
            <a:spLocks noGrp="1"/>
          </p:cNvSpPr>
          <p:nvPr>
            <p:ph type="title"/>
          </p:nvPr>
        </p:nvSpPr>
        <p:spPr>
          <a:xfrm>
            <a:off x="914400" y="609600"/>
            <a:ext cx="8229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3200"/>
              <a:buFont typeface="Arial"/>
              <a:buNone/>
            </a:pPr>
            <a:r>
              <a:rPr lang="en-US"/>
              <a:t>Name Node Metadata</a:t>
            </a:r>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pic>
        <p:nvPicPr>
          <p:cNvPr id="328" name="Google Shape;328;p36" descr="b22.png"/>
          <p:cNvPicPr preferRelativeResize="0">
            <a:picLocks noGrp="1"/>
          </p:cNvPicPr>
          <p:nvPr>
            <p:ph type="body" idx="1"/>
          </p:nvPr>
        </p:nvPicPr>
        <p:blipFill rotWithShape="1">
          <a:blip r:embed="rId3">
            <a:alphaModFix/>
          </a:blip>
          <a:srcRect/>
          <a:stretch/>
        </p:blipFill>
        <p:spPr>
          <a:xfrm>
            <a:off x="457200" y="1829055"/>
            <a:ext cx="8229600" cy="3830128"/>
          </a:xfrm>
          <a:prstGeom prst="rect">
            <a:avLst/>
          </a:prstGeom>
          <a:noFill/>
          <a:ln>
            <a:noFill/>
          </a:ln>
        </p:spPr>
      </p:pic>
      <p:sp>
        <p:nvSpPr>
          <p:cNvPr id="329" name="Google Shape;329;p36"/>
          <p:cNvSpPr txBox="1">
            <a:spLocks noGrp="1"/>
          </p:cNvSpPr>
          <p:nvPr>
            <p:ph type="title"/>
          </p:nvPr>
        </p:nvSpPr>
        <p:spPr>
          <a:xfrm>
            <a:off x="1143000" y="762000"/>
            <a:ext cx="8229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3200"/>
              <a:buFont typeface="Arial"/>
              <a:buNone/>
            </a:pPr>
            <a:r>
              <a:rPr lang="en-US"/>
              <a:t>File Blocks</a:t>
            </a:r>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pic>
        <p:nvPicPr>
          <p:cNvPr id="334" name="Google Shape;334;p37" descr="b23.png"/>
          <p:cNvPicPr preferRelativeResize="0">
            <a:picLocks noGrp="1"/>
          </p:cNvPicPr>
          <p:nvPr>
            <p:ph type="body" idx="1"/>
          </p:nvPr>
        </p:nvPicPr>
        <p:blipFill rotWithShape="1">
          <a:blip r:embed="rId3">
            <a:alphaModFix/>
          </a:blip>
          <a:srcRect/>
          <a:stretch/>
        </p:blipFill>
        <p:spPr>
          <a:xfrm>
            <a:off x="457200" y="1822537"/>
            <a:ext cx="8229600" cy="3843163"/>
          </a:xfrm>
          <a:prstGeom prst="rect">
            <a:avLst/>
          </a:prstGeom>
          <a:noFill/>
          <a:ln>
            <a:noFill/>
          </a:ln>
        </p:spPr>
      </p:pic>
      <p:sp>
        <p:nvSpPr>
          <p:cNvPr id="335" name="Google Shape;335;p37"/>
          <p:cNvSpPr txBox="1">
            <a:spLocks noGrp="1"/>
          </p:cNvSpPr>
          <p:nvPr>
            <p:ph type="title"/>
          </p:nvPr>
        </p:nvSpPr>
        <p:spPr>
          <a:xfrm>
            <a:off x="914400" y="914400"/>
            <a:ext cx="8229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3200"/>
              <a:buFont typeface="Arial"/>
              <a:buNone/>
            </a:pPr>
            <a:r>
              <a:rPr lang="en-US"/>
              <a:t>HDFS Architecture</a:t>
            </a:r>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pic>
        <p:nvPicPr>
          <p:cNvPr id="340" name="Google Shape;340;p38" descr="b25.png"/>
          <p:cNvPicPr preferRelativeResize="0">
            <a:picLocks noGrp="1"/>
          </p:cNvPicPr>
          <p:nvPr>
            <p:ph type="body" idx="1"/>
          </p:nvPr>
        </p:nvPicPr>
        <p:blipFill rotWithShape="1">
          <a:blip r:embed="rId3">
            <a:alphaModFix/>
          </a:blip>
          <a:srcRect/>
          <a:stretch/>
        </p:blipFill>
        <p:spPr>
          <a:xfrm>
            <a:off x="457200" y="1831004"/>
            <a:ext cx="8229600" cy="3826230"/>
          </a:xfrm>
          <a:prstGeom prst="rect">
            <a:avLst/>
          </a:prstGeom>
          <a:noFill/>
          <a:ln>
            <a:noFill/>
          </a:ln>
        </p:spPr>
      </p:pic>
      <p:sp>
        <p:nvSpPr>
          <p:cNvPr id="341" name="Google Shape;341;p38"/>
          <p:cNvSpPr txBox="1">
            <a:spLocks noGrp="1"/>
          </p:cNvSpPr>
          <p:nvPr>
            <p:ph type="title"/>
          </p:nvPr>
        </p:nvSpPr>
        <p:spPr>
          <a:xfrm>
            <a:off x="914400" y="685800"/>
            <a:ext cx="8229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3200"/>
              <a:buFont typeface="Arial"/>
              <a:buNone/>
            </a:pPr>
            <a:r>
              <a:rPr lang="en-US"/>
              <a:t>Anatomy of a file write</a:t>
            </a:r>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pic>
        <p:nvPicPr>
          <p:cNvPr id="346" name="Google Shape;346;p39" descr="b24.png"/>
          <p:cNvPicPr preferRelativeResize="0">
            <a:picLocks noGrp="1"/>
          </p:cNvPicPr>
          <p:nvPr>
            <p:ph type="body" idx="1"/>
          </p:nvPr>
        </p:nvPicPr>
        <p:blipFill rotWithShape="1">
          <a:blip r:embed="rId3">
            <a:alphaModFix/>
          </a:blip>
          <a:srcRect/>
          <a:stretch/>
        </p:blipFill>
        <p:spPr>
          <a:xfrm>
            <a:off x="457200" y="1807306"/>
            <a:ext cx="8229600" cy="3873626"/>
          </a:xfrm>
          <a:prstGeom prst="rect">
            <a:avLst/>
          </a:prstGeom>
          <a:noFill/>
          <a:ln>
            <a:noFill/>
          </a:ln>
        </p:spPr>
      </p:pic>
      <p:sp>
        <p:nvSpPr>
          <p:cNvPr id="347" name="Google Shape;347;p39"/>
          <p:cNvSpPr txBox="1">
            <a:spLocks noGrp="1"/>
          </p:cNvSpPr>
          <p:nvPr>
            <p:ph type="title"/>
          </p:nvPr>
        </p:nvSpPr>
        <p:spPr>
          <a:xfrm>
            <a:off x="914400" y="762000"/>
            <a:ext cx="8229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3200"/>
              <a:buFont typeface="Arial"/>
              <a:buNone/>
            </a:pPr>
            <a:r>
              <a:rPr lang="en-US"/>
              <a:t>Anatomy of a file read</a:t>
            </a:r>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48"/>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rmAutofit/>
          </a:bodyPr>
          <a:lstStyle/>
          <a:p>
            <a:pPr marL="365760" lvl="0" indent="-256032" algn="l" rtl="0">
              <a:spcBef>
                <a:spcPts val="0"/>
              </a:spcBef>
              <a:spcAft>
                <a:spcPts val="0"/>
              </a:spcAft>
              <a:buSzPts val="1360"/>
              <a:buChar char="🞂"/>
            </a:pPr>
            <a:r>
              <a:rPr lang="en-US" sz="2000"/>
              <a:t>Distributed Storage</a:t>
            </a:r>
            <a:endParaRPr/>
          </a:p>
          <a:p>
            <a:pPr marL="365760" lvl="0" indent="-256032" algn="l" rtl="0">
              <a:spcBef>
                <a:spcPts val="400"/>
              </a:spcBef>
              <a:spcAft>
                <a:spcPts val="0"/>
              </a:spcAft>
              <a:buSzPts val="1360"/>
              <a:buChar char="🞂"/>
            </a:pPr>
            <a:r>
              <a:rPr lang="en-US" sz="2000"/>
              <a:t>Distributed &amp; Parallel Computation</a:t>
            </a:r>
            <a:endParaRPr/>
          </a:p>
          <a:p>
            <a:pPr marL="365760" lvl="0" indent="-256032" algn="l" rtl="0">
              <a:spcBef>
                <a:spcPts val="400"/>
              </a:spcBef>
              <a:spcAft>
                <a:spcPts val="0"/>
              </a:spcAft>
              <a:buSzPts val="1360"/>
              <a:buChar char="🞂"/>
            </a:pPr>
            <a:r>
              <a:rPr lang="en-US" sz="2000"/>
              <a:t>Horizontal Scalability</a:t>
            </a:r>
            <a:endParaRPr/>
          </a:p>
          <a:p>
            <a:pPr marL="365760" lvl="0" indent="-139446" algn="l" rtl="0">
              <a:spcBef>
                <a:spcPts val="400"/>
              </a:spcBef>
              <a:spcAft>
                <a:spcPts val="0"/>
              </a:spcAft>
              <a:buSzPts val="1836"/>
              <a:buNone/>
            </a:pPr>
            <a:endParaRPr/>
          </a:p>
        </p:txBody>
      </p:sp>
      <p:sp>
        <p:nvSpPr>
          <p:cNvPr id="395" name="Google Shape;395;p48"/>
          <p:cNvSpPr txBox="1">
            <a:spLocks noGrp="1"/>
          </p:cNvSpPr>
          <p:nvPr>
            <p:ph type="title"/>
          </p:nvPr>
        </p:nvSpPr>
        <p:spPr>
          <a:xfrm>
            <a:off x="914400" y="533400"/>
            <a:ext cx="8229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3200"/>
              <a:buFont typeface="Arial"/>
              <a:buNone/>
            </a:pPr>
            <a:r>
              <a:rPr lang="en-US"/>
              <a:t>Advantages Of HDFS</a:t>
            </a:r>
            <a:endParaRPr/>
          </a:p>
        </p:txBody>
      </p:sp>
      <p:pic>
        <p:nvPicPr>
          <p:cNvPr id="396" name="Google Shape;396;p48"/>
          <p:cNvPicPr preferRelativeResize="0"/>
          <p:nvPr/>
        </p:nvPicPr>
        <p:blipFill rotWithShape="1">
          <a:blip r:embed="rId3">
            <a:alphaModFix/>
          </a:blip>
          <a:srcRect/>
          <a:stretch/>
        </p:blipFill>
        <p:spPr>
          <a:xfrm>
            <a:off x="3505200" y="3551635"/>
            <a:ext cx="4572000" cy="16668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4">
                                            <p:txEl>
                                              <p:pRg st="0" end="0"/>
                                            </p:txEl>
                                          </p:spTgt>
                                        </p:tgtEl>
                                        <p:attrNameLst>
                                          <p:attrName>style.visibility</p:attrName>
                                        </p:attrNameLst>
                                      </p:cBhvr>
                                      <p:to>
                                        <p:strVal val="visible"/>
                                      </p:to>
                                    </p:set>
                                    <p:anim calcmode="lin" valueType="num">
                                      <p:cBhvr additive="base">
                                        <p:cTn id="7" dur="500"/>
                                        <p:tgtEl>
                                          <p:spTgt spid="39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94">
                                            <p:txEl>
                                              <p:pRg st="1" end="1"/>
                                            </p:txEl>
                                          </p:spTgt>
                                        </p:tgtEl>
                                        <p:attrNameLst>
                                          <p:attrName>style.visibility</p:attrName>
                                        </p:attrNameLst>
                                      </p:cBhvr>
                                      <p:to>
                                        <p:strVal val="visible"/>
                                      </p:to>
                                    </p:set>
                                    <p:anim calcmode="lin" valueType="num">
                                      <p:cBhvr additive="base">
                                        <p:cTn id="12" dur="500"/>
                                        <p:tgtEl>
                                          <p:spTgt spid="39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94">
                                            <p:txEl>
                                              <p:pRg st="2" end="2"/>
                                            </p:txEl>
                                          </p:spTgt>
                                        </p:tgtEl>
                                        <p:attrNameLst>
                                          <p:attrName>style.visibility</p:attrName>
                                        </p:attrNameLst>
                                      </p:cBhvr>
                                      <p:to>
                                        <p:strVal val="visible"/>
                                      </p:to>
                                    </p:set>
                                    <p:anim calcmode="lin" valueType="num">
                                      <p:cBhvr additive="base">
                                        <p:cTn id="17" dur="500"/>
                                        <p:tgtEl>
                                          <p:spTgt spid="39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394">
                                            <p:txEl>
                                              <p:pRg st="3" end="3"/>
                                            </p:txEl>
                                          </p:spTgt>
                                        </p:tgtEl>
                                        <p:attrNameLst>
                                          <p:attrName>style.visibility</p:attrName>
                                        </p:attrNameLst>
                                      </p:cBhvr>
                                      <p:to>
                                        <p:strVal val="visible"/>
                                      </p:to>
                                    </p:set>
                                    <p:anim calcmode="lin" valueType="num">
                                      <p:cBhvr additive="base">
                                        <p:cTn id="22" dur="500"/>
                                        <p:tgtEl>
                                          <p:spTgt spid="39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96"/>
                                        </p:tgtEl>
                                        <p:attrNameLst>
                                          <p:attrName>style.visibility</p:attrName>
                                        </p:attrNameLst>
                                      </p:cBhvr>
                                      <p:to>
                                        <p:strVal val="visible"/>
                                      </p:to>
                                    </p:set>
                                    <p:anim calcmode="lin" valueType="num">
                                      <p:cBhvr additive="base">
                                        <p:cTn id="27" dur="500"/>
                                        <p:tgtEl>
                                          <p:spTgt spid="39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4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3200"/>
              <a:buFont typeface="Arial"/>
              <a:buNone/>
            </a:pPr>
            <a:r>
              <a:rPr lang="en-US"/>
              <a:t>     Hadoop cluster:a typical use case</a:t>
            </a:r>
            <a:endParaRPr/>
          </a:p>
        </p:txBody>
      </p:sp>
      <p:pic>
        <p:nvPicPr>
          <p:cNvPr id="402" name="Google Shape;402;p49" descr="b33.png"/>
          <p:cNvPicPr preferRelativeResize="0">
            <a:picLocks noGrp="1"/>
          </p:cNvPicPr>
          <p:nvPr>
            <p:ph type="body" idx="1"/>
          </p:nvPr>
        </p:nvPicPr>
        <p:blipFill rotWithShape="1">
          <a:blip r:embed="rId3">
            <a:alphaModFix/>
          </a:blip>
          <a:srcRect/>
          <a:stretch/>
        </p:blipFill>
        <p:spPr>
          <a:xfrm>
            <a:off x="457200" y="2148405"/>
            <a:ext cx="8229600" cy="3429552"/>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pic>
        <p:nvPicPr>
          <p:cNvPr id="413" name="Google Shape;413;p51" descr="b35.png"/>
          <p:cNvPicPr preferRelativeResize="0">
            <a:picLocks noGrp="1"/>
          </p:cNvPicPr>
          <p:nvPr>
            <p:ph type="body" idx="1"/>
          </p:nvPr>
        </p:nvPicPr>
        <p:blipFill rotWithShape="1">
          <a:blip r:embed="rId3">
            <a:alphaModFix/>
          </a:blip>
          <a:srcRect/>
          <a:stretch/>
        </p:blipFill>
        <p:spPr>
          <a:xfrm>
            <a:off x="457200" y="2077513"/>
            <a:ext cx="8229600" cy="357133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53"/>
          <p:cNvSpPr txBox="1">
            <a:spLocks noGrp="1"/>
          </p:cNvSpPr>
          <p:nvPr>
            <p:ph type="body" idx="1"/>
          </p:nvPr>
        </p:nvSpPr>
        <p:spPr>
          <a:xfrm>
            <a:off x="457200" y="1481328"/>
            <a:ext cx="8229600" cy="4525963"/>
          </a:xfrm>
          <a:prstGeom prst="rect">
            <a:avLst/>
          </a:prstGeom>
          <a:noFill/>
          <a:ln>
            <a:noFill/>
          </a:ln>
        </p:spPr>
        <p:txBody>
          <a:bodyPr spcFirstLastPara="1" wrap="square" lIns="91425" tIns="45700" rIns="91425" bIns="45700" anchor="t" anchorCtr="0">
            <a:normAutofit fontScale="70000" lnSpcReduction="20000"/>
          </a:bodyPr>
          <a:lstStyle/>
          <a:p>
            <a:pPr marL="365760" lvl="0" indent="-256032" algn="l" rtl="0">
              <a:spcBef>
                <a:spcPts val="0"/>
              </a:spcBef>
              <a:spcAft>
                <a:spcPts val="0"/>
              </a:spcAft>
              <a:buSzPct val="68000"/>
              <a:buChar char="🞂"/>
            </a:pPr>
            <a:r>
              <a:rPr lang="en-US"/>
              <a:t>HDFS Federation improves the existing HDFS architecture through a clear separation of namespace and storage, enabling generic block storage layer. It enables support for multiple namespaces in the cluster to improve scalability and isolation. </a:t>
            </a:r>
            <a:endParaRPr/>
          </a:p>
          <a:p>
            <a:pPr marL="365760" lvl="0" indent="-256032" algn="l" rtl="0">
              <a:spcBef>
                <a:spcPts val="400"/>
              </a:spcBef>
              <a:spcAft>
                <a:spcPts val="0"/>
              </a:spcAft>
              <a:buSzPct val="68000"/>
              <a:buChar char="🞂"/>
            </a:pPr>
            <a:r>
              <a:rPr lang="en-US"/>
              <a:t>Hadoop federation uses multiple independent namenodes/namespaces. The namenodes are federated, that is, the namenodes are independent and don’t require coordination with each other. Each Namenode is responsible to manage a portion of the file system there by sharing the workload of the cluster. The datanodes are used as common storage for blocks by all the namenodes. Each datanode registers with all the namenodes in the cluster. Datanodes send periodic heartbeats and block reports and handles commands from the namenodes.</a:t>
            </a:r>
            <a:endParaRPr/>
          </a:p>
          <a:p>
            <a:pPr marL="365760" lvl="0" indent="-256032" algn="l" rtl="0">
              <a:spcBef>
                <a:spcPts val="400"/>
              </a:spcBef>
              <a:spcAft>
                <a:spcPts val="0"/>
              </a:spcAft>
              <a:buSzPct val="68000"/>
              <a:buChar char="🞂"/>
            </a:pPr>
            <a:r>
              <a:rPr lang="en-US"/>
              <a:t>A </a:t>
            </a:r>
            <a:r>
              <a:rPr lang="en-US" b="1"/>
              <a:t>Block Pool</a:t>
            </a:r>
            <a:r>
              <a:rPr lang="en-US"/>
              <a:t> is a set of blocks that belong to a single namespace. Datanodes store blocks for all the block pools in the cluster.</a:t>
            </a:r>
            <a:endParaRPr/>
          </a:p>
          <a:p>
            <a:pPr marL="365760" lvl="0" indent="-174421" algn="l" rtl="0">
              <a:spcBef>
                <a:spcPts val="400"/>
              </a:spcBef>
              <a:spcAft>
                <a:spcPts val="0"/>
              </a:spcAft>
              <a:buSzPct val="68000"/>
              <a:buNone/>
            </a:pP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5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3200"/>
              <a:buFont typeface="Arial"/>
              <a:buNone/>
            </a:pPr>
            <a:r>
              <a:rPr lang="en-US"/>
              <a:t>     Cont..</a:t>
            </a:r>
            <a:endParaRPr/>
          </a:p>
        </p:txBody>
      </p:sp>
      <p:pic>
        <p:nvPicPr>
          <p:cNvPr id="436" name="Google Shape;436;p55" descr="b38.png"/>
          <p:cNvPicPr preferRelativeResize="0">
            <a:picLocks noGrp="1"/>
          </p:cNvPicPr>
          <p:nvPr>
            <p:ph type="body" idx="1"/>
          </p:nvPr>
        </p:nvPicPr>
        <p:blipFill rotWithShape="1">
          <a:blip r:embed="rId3">
            <a:alphaModFix/>
          </a:blip>
          <a:srcRect/>
          <a:stretch/>
        </p:blipFill>
        <p:spPr>
          <a:xfrm>
            <a:off x="823084" y="1600200"/>
            <a:ext cx="7497831" cy="4525963"/>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5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3200"/>
              <a:buFont typeface="Arial"/>
              <a:buNone/>
            </a:pPr>
            <a:r>
              <a:rPr lang="en-US"/>
              <a:t>Hadoop 2.x-Resource management</a:t>
            </a:r>
            <a:endParaRPr/>
          </a:p>
        </p:txBody>
      </p:sp>
      <p:pic>
        <p:nvPicPr>
          <p:cNvPr id="442" name="Google Shape;442;p56" descr="b39.png"/>
          <p:cNvPicPr preferRelativeResize="0">
            <a:picLocks noGrp="1"/>
          </p:cNvPicPr>
          <p:nvPr>
            <p:ph type="body" idx="1"/>
          </p:nvPr>
        </p:nvPicPr>
        <p:blipFill rotWithShape="1">
          <a:blip r:embed="rId3">
            <a:alphaModFix/>
          </a:blip>
          <a:srcRect/>
          <a:stretch/>
        </p:blipFill>
        <p:spPr>
          <a:xfrm>
            <a:off x="457200" y="1811877"/>
            <a:ext cx="8229600" cy="4102608"/>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69"/>
          <p:cNvSpPr/>
          <p:nvPr/>
        </p:nvSpPr>
        <p:spPr>
          <a:xfrm>
            <a:off x="1981200" y="2514600"/>
            <a:ext cx="5638800" cy="1549709"/>
          </a:xfrm>
          <a:prstGeom prst="ellipse">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4950" b="1">
                <a:solidFill>
                  <a:srgbClr val="F7C0A2"/>
                </a:solidFill>
                <a:latin typeface="Lucida Sans"/>
                <a:ea typeface="Lucida Sans"/>
                <a:cs typeface="Lucida Sans"/>
                <a:sym typeface="Lucida Sans"/>
              </a:rPr>
              <a:t>Thank You</a:t>
            </a:r>
            <a:endParaRPr/>
          </a:p>
        </p:txBody>
      </p:sp>
    </p:spTree>
  </p:cSld>
  <p:clrMapOvr>
    <a:masterClrMapping/>
  </p:clrMapOvr>
</p:sld>
</file>

<file path=ppt/theme/theme1.xml><?xml version="1.0" encoding="utf-8"?>
<a:theme xmlns:a="http://schemas.openxmlformats.org/drawingml/2006/main" name="Concourse">
  <a:themeElements>
    <a:clrScheme name="Concours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1471</TotalTime>
  <Words>555</Words>
  <Application>Microsoft Office PowerPoint</Application>
  <PresentationFormat>On-screen Show (4:3)</PresentationFormat>
  <Paragraphs>97</Paragraphs>
  <Slides>38</Slides>
  <Notes>38</Notes>
  <HiddenSlides>0</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Concourse</vt:lpstr>
      <vt:lpstr>Understanding BIG DATA AND HADOOP By Priti Bhardwaj, Cdac Noida </vt:lpstr>
      <vt:lpstr>      What is big data</vt:lpstr>
      <vt:lpstr>    Unstructured data is exploding</vt:lpstr>
      <vt:lpstr>    IBM Definition of big data</vt:lpstr>
      <vt:lpstr>Types of Big Data</vt:lpstr>
      <vt:lpstr>Examples of Big Data </vt:lpstr>
      <vt:lpstr>Challenges with Big Data</vt:lpstr>
      <vt:lpstr>Big Data Applications</vt:lpstr>
      <vt:lpstr>Big Data Applications</vt:lpstr>
      <vt:lpstr>Big Data in Government </vt:lpstr>
      <vt:lpstr>Real time scenarios</vt:lpstr>
      <vt:lpstr>Slide 12</vt:lpstr>
      <vt:lpstr>Sears use analysis</vt:lpstr>
      <vt:lpstr>WHY DFS? Distributed file system</vt:lpstr>
      <vt:lpstr>Slide 15</vt:lpstr>
      <vt:lpstr>Slide 16</vt:lpstr>
      <vt:lpstr>What is Hadoop?</vt:lpstr>
      <vt:lpstr>     Hadoop History</vt:lpstr>
      <vt:lpstr>Slide 19</vt:lpstr>
      <vt:lpstr>Characterstics</vt:lpstr>
      <vt:lpstr>Hadoop-its about scale and structure</vt:lpstr>
      <vt:lpstr>Hadoop ecosystem</vt:lpstr>
      <vt:lpstr>Hadoop 2.X core components</vt:lpstr>
      <vt:lpstr>Slide 24</vt:lpstr>
      <vt:lpstr>Main components of HDFS</vt:lpstr>
      <vt:lpstr>Secondary namenode</vt:lpstr>
      <vt:lpstr>Name Node Metadata</vt:lpstr>
      <vt:lpstr>File Blocks</vt:lpstr>
      <vt:lpstr>HDFS Architecture</vt:lpstr>
      <vt:lpstr>Anatomy of a file write</vt:lpstr>
      <vt:lpstr>Anatomy of a file read</vt:lpstr>
      <vt:lpstr>Advantages Of HDFS</vt:lpstr>
      <vt:lpstr>     Hadoop cluster:a typical use case</vt:lpstr>
      <vt:lpstr>Slide 34</vt:lpstr>
      <vt:lpstr>Slide 35</vt:lpstr>
      <vt:lpstr>     Cont..</vt:lpstr>
      <vt:lpstr>Hadoop 2.x-Resource management</vt:lpstr>
      <vt:lpstr>Slide 38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Understanding BIG DATA AND HADOOP By Priti Bhardwaj, Cdac Noida</dc:title>
  <dc:creator>PRITI</dc:creator>
  <cp:lastModifiedBy>cdac</cp:lastModifiedBy>
  <cp:revision>12</cp:revision>
  <dcterms:created xsi:type="dcterms:W3CDTF">2006-08-16T00:00:00Z</dcterms:created>
  <dcterms:modified xsi:type="dcterms:W3CDTF">2025-09-15T07:14:46Z</dcterms:modified>
</cp:coreProperties>
</file>