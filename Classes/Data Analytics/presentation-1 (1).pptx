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notesMasterIdLst>
    <p:notesMasterId r:id="rId47"/>
  </p:notesMasterIdLst>
  <p:sldIdLst>
    <p:sldId id="313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315" r:id="rId39"/>
    <p:sldId id="296" r:id="rId40"/>
    <p:sldId id="297" r:id="rId41"/>
    <p:sldId id="298" r:id="rId42"/>
    <p:sldId id="299" r:id="rId43"/>
    <p:sldId id="300" r:id="rId44"/>
    <p:sldId id="314" r:id="rId45"/>
    <p:sldId id="301" r:id="rId46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6" d="100"/>
          <a:sy n="86" d="100"/>
        </p:scale>
        <p:origin x="1524" y="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965828-280F-4563-B077-0E43DAA6C590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17209B-1CF8-491B-87A4-E8CC1F0D77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43C99-45DF-4C22-9D40-2A473F1C2D03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304800" y="6553200"/>
            <a:ext cx="8458200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43100" y="2882900"/>
            <a:ext cx="5257800" cy="1095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304800" y="6553200"/>
            <a:ext cx="8458200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4800" y="6553200"/>
            <a:ext cx="8458200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61332" y="-1143000"/>
            <a:ext cx="9144000" cy="68580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6600" y="4762324"/>
            <a:ext cx="3760182" cy="19053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52400"/>
            <a:ext cx="7268589" cy="6106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78836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209800"/>
            <a:ext cx="8252613" cy="1767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35190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</TotalTime>
  <Words>1</Words>
  <Application>Microsoft Office PowerPoint</Application>
  <PresentationFormat>On-screen Show (4:3)</PresentationFormat>
  <Paragraphs>1</Paragraphs>
  <Slides>45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sarutigupta</dc:creator>
  <cp:lastModifiedBy>sarutigupta</cp:lastModifiedBy>
  <cp:revision>5</cp:revision>
  <dcterms:created xsi:type="dcterms:W3CDTF">2023-07-26T06:22:23Z</dcterms:created>
  <dcterms:modified xsi:type="dcterms:W3CDTF">2025-11-10T04:07:35Z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2023-07-26T00:00:00Z</vt:filetime>
  </property>
  <property fmtid="{D5CDD505-2E9C-101B-9397-08002B2CF9AE}" pid="3" name="LastSaved">
    <vt:filetime>2023-07-26T00:00:00Z</vt:filetime>
  </property>
</Properties>
</file>