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AI-Based Traffic Management System</a:t>
            </a:r>
          </a:p>
          <a:p>
            <a:r>
              <a:t>Enhanced Presentation with More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Urban intersections face extreme vehicular load.</a:t>
            </a:r>
          </a:p>
          <a:p>
            <a:r>
              <a:t>• Fixed timers cause long queues during rush hours.</a:t>
            </a:r>
          </a:p>
          <a:p>
            <a:r>
              <a:t>• India loses billions annually due to congestion-related delays.</a:t>
            </a:r>
          </a:p>
          <a:p>
            <a:r>
              <a:t>• Emissions from idling vehicles contribute heavily to pollution.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an AI-based system that:</a:t>
            </a:r>
          </a:p>
          <a:p>
            <a:r>
              <a:t>• Dynamically adjusts traffic signal timing.</a:t>
            </a:r>
          </a:p>
          <a:p>
            <a:r>
              <a:t>• Works on real-time traffic density analysis.</a:t>
            </a:r>
          </a:p>
          <a:p>
            <a:r>
              <a:t>• Handles peak-hour crowds and irregular 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 average vehicle waiting time by 30–50%.</a:t>
            </a:r>
          </a:p>
          <a:p>
            <a:r>
              <a:t>• Improve lane-wise throughput.</a:t>
            </a:r>
          </a:p>
          <a:p>
            <a:r>
              <a:t>• Lower fuel consumption by reducing idle time.</a:t>
            </a:r>
          </a:p>
          <a:p>
            <a:r>
              <a:t>• Enhance pedestrian safety and emergency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CCTV footage.</a:t>
            </a:r>
          </a:p>
          <a:p>
            <a:r>
              <a:t>• Vehicle categories (car, bus, truck, bike).</a:t>
            </a:r>
          </a:p>
          <a:p>
            <a:r>
              <a:t>• Lane-wise density data.</a:t>
            </a:r>
          </a:p>
          <a:p>
            <a:r>
              <a:t>• Historical peak-hour trends.</a:t>
            </a:r>
          </a:p>
          <a:p>
            <a:r>
              <a:t>• Weather and event-based congestion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– Expanded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Intelligent detection using YOLO/CNN models.</a:t>
            </a:r>
          </a:p>
          <a:p>
            <a:r>
              <a:t>• Lane-wise vehicle count &amp; speed estimation.</a:t>
            </a:r>
          </a:p>
          <a:p>
            <a:r>
              <a:t>• Reinforcement Learning-based adaptive signal control.</a:t>
            </a:r>
          </a:p>
          <a:p>
            <a:r>
              <a:t>• Predictive analytics to anticipate congestion.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vehicle detection.</a:t>
            </a:r>
          </a:p>
          <a:p>
            <a:r>
              <a:t>• Density heatmaps.</a:t>
            </a:r>
          </a:p>
          <a:p>
            <a:r>
              <a:t>• Dynamic green-time allocation.</a:t>
            </a:r>
          </a:p>
          <a:p>
            <a:r>
              <a:t>• Priority handling for emergency vehicles.</a:t>
            </a:r>
          </a:p>
          <a:p>
            <a:r>
              <a:t>• Incident and anomaly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Traffic Flow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Multi-directional load balancing.</a:t>
            </a:r>
          </a:p>
          <a:p>
            <a:r>
              <a:t>• Reduction in queue length.</a:t>
            </a:r>
          </a:p>
          <a:p>
            <a:r>
              <a:t>• Smoother phase transitions.</a:t>
            </a:r>
          </a:p>
          <a:p>
            <a:r>
              <a:t>• Avoiding starvation of low-density lanes.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Analytics – Detailed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Vision:</a:t>
            </a:r>
          </a:p>
          <a:p>
            <a:r>
              <a:t>• YOLOv8 for detection.</a:t>
            </a:r>
          </a:p>
          <a:p>
            <a:r>
              <a:t>• Optical flow for speed estimation.</a:t>
            </a:r>
          </a:p>
          <a:p/>
          <a:p>
            <a:r>
              <a:t>Signal Control:</a:t>
            </a:r>
          </a:p>
          <a:p>
            <a:r>
              <a:t>• RL algorithms like PPO/DQN.</a:t>
            </a:r>
          </a:p>
          <a:p>
            <a:r>
              <a:t>• Reward = lower wait time + balanced flow.</a:t>
            </a:r>
          </a:p>
          <a:p/>
          <a:p>
            <a:r>
              <a:t>Analytics:</a:t>
            </a:r>
          </a:p>
          <a:p>
            <a:r>
              <a:t>• Historical trend modeling.</a:t>
            </a:r>
          </a:p>
          <a:p>
            <a:r>
              <a:t>• Predictive congestion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Traffic Cameras → Edge Device.</a:t>
            </a:r>
          </a:p>
          <a:p>
            <a:r>
              <a:t>2. AI Processing Module → Real-time inference.</a:t>
            </a:r>
          </a:p>
          <a:p>
            <a:r>
              <a:t>3. Decision Engine → Optimal signal generation.</a:t>
            </a:r>
          </a:p>
          <a:p>
            <a:r>
              <a:t>4. Central Dashboard → Monitoring &amp; Analytics.</a:t>
            </a:r>
          </a:p>
          <a:p>
            <a:r>
              <a:t>5. Cloud Storage → Historical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 (Quantified)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40% reduction in waiting time.</a:t>
            </a:r>
          </a:p>
          <a:p>
            <a:r>
              <a:t>• 20% improvement in average speed.</a:t>
            </a:r>
          </a:p>
          <a:p>
            <a:r>
              <a:t>• 25% reduction in emissions.</a:t>
            </a:r>
          </a:p>
          <a:p>
            <a:r>
              <a:t>• Faster movement for ambulances &amp; fire trucks.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AI/ML: Python, PyTorch, YOLOv8</a:t>
            </a:r>
          </a:p>
          <a:p>
            <a:r>
              <a:t>Computer Vision: OpenCV</a:t>
            </a:r>
          </a:p>
          <a:p>
            <a:r>
              <a:t>Backend: FastAPI / Node.js</a:t>
            </a:r>
          </a:p>
          <a:p>
            <a:r>
              <a:t>Dashboard: React / Streamlit</a:t>
            </a:r>
          </a:p>
          <a:p>
            <a:r>
              <a:t>Deployment: Edge TPU, Jetson Nano, Cloud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traffic management is essential for smart cities.</a:t>
            </a:r>
          </a:p>
          <a:p>
            <a:r>
              <a:t>Dynamic, data-driven signal control significantly boosts efficiency.</a:t>
            </a:r>
          </a:p>
          <a:p>
            <a:r>
              <a:t>Scalable across cities with minimal infrastructure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